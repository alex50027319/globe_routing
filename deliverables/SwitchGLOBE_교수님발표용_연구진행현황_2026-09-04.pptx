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741bf76772449f" /><Relationship Type="http://schemas.openxmlformats.org/officeDocument/2006/relationships/extended-properties" Target="/docProps/app.xml" Id="R102b5186723244b2" /><Relationship Type="http://schemas.openxmlformats.org/officeDocument/2006/relationships/officeDocument" Target="/ppt/presentation.xml" Id="Rd3f81cec5cb643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09776fcd9f4915"/>
  </p:sldMasterIdLst>
  <p:notesMasterIdLst>
    <p:notesMasterId xmlns:r="http://schemas.openxmlformats.org/officeDocument/2006/relationships" r:id="Rf850db8f97a242ca"/>
  </p:notesMasterIdLst>
  <p:sldIdLst>
    <p:sldId xmlns:r="http://schemas.openxmlformats.org/officeDocument/2006/relationships" id="256" r:id="Rb6059f03b3734573"/>
    <p:sldId xmlns:r="http://schemas.openxmlformats.org/officeDocument/2006/relationships" id="257" r:id="Rf44c3de657da414a"/>
    <p:sldId xmlns:r="http://schemas.openxmlformats.org/officeDocument/2006/relationships" id="258" r:id="R76743c9bc1cb40c1"/>
    <p:sldId xmlns:r="http://schemas.openxmlformats.org/officeDocument/2006/relationships" id="259" r:id="R81f392fe6adf4c48"/>
    <p:sldId xmlns:r="http://schemas.openxmlformats.org/officeDocument/2006/relationships" id="260" r:id="R8d824aca79304f67"/>
    <p:sldId xmlns:r="http://schemas.openxmlformats.org/officeDocument/2006/relationships" id="261" r:id="Rca24373447eb470e"/>
    <p:sldId xmlns:r="http://schemas.openxmlformats.org/officeDocument/2006/relationships" id="262" r:id="Radf4f22825fc458e"/>
    <p:sldId xmlns:r="http://schemas.openxmlformats.org/officeDocument/2006/relationships" id="263" r:id="Rcfedd4e0419042b1"/>
    <p:sldId xmlns:r="http://schemas.openxmlformats.org/officeDocument/2006/relationships" id="264" r:id="Rce2f42faf8ff4d11"/>
    <p:sldId xmlns:r="http://schemas.openxmlformats.org/officeDocument/2006/relationships" id="265" r:id="R146821483b9c49d2"/>
    <p:sldId xmlns:r="http://schemas.openxmlformats.org/officeDocument/2006/relationships" id="266" r:id="Rb2d9e63a7fbc438a"/>
    <p:sldId xmlns:r="http://schemas.openxmlformats.org/officeDocument/2006/relationships" id="267" r:id="R85129271fc614b8c"/>
    <p:sldId xmlns:r="http://schemas.openxmlformats.org/officeDocument/2006/relationships" id="268" r:id="R8b2a7ef69ba84457"/>
    <p:sldId xmlns:r="http://schemas.openxmlformats.org/officeDocument/2006/relationships" id="269" r:id="Rfb7e1408f8804bb5"/>
    <p:sldId xmlns:r="http://schemas.openxmlformats.org/officeDocument/2006/relationships" id="270" r:id="R18f537732d194f19"/>
    <p:sldId xmlns:r="http://schemas.openxmlformats.org/officeDocument/2006/relationships" id="271" r:id="R7f73b9342a7647de"/>
    <p:sldId xmlns:r="http://schemas.openxmlformats.org/officeDocument/2006/relationships" id="272" r:id="Rd980ed79f107456e"/>
    <p:sldId xmlns:r="http://schemas.openxmlformats.org/officeDocument/2006/relationships" id="273" r:id="R0fb219b256024ee6"/>
    <p:sldId xmlns:r="http://schemas.openxmlformats.org/officeDocument/2006/relationships" id="274" r:id="R777a48e0ec554473"/>
    <p:sldId xmlns:r="http://schemas.openxmlformats.org/officeDocument/2006/relationships" id="275" r:id="R0b9e6d91a7ba4313"/>
    <p:sldId xmlns:r="http://schemas.openxmlformats.org/officeDocument/2006/relationships" id="276" r:id="R2928cac94fd44e5d"/>
    <p:sldId xmlns:r="http://schemas.openxmlformats.org/officeDocument/2006/relationships" id="277" r:id="Rd704dd132bb74f40"/>
    <p:sldId xmlns:r="http://schemas.openxmlformats.org/officeDocument/2006/relationships" id="278" r:id="R5e3c311619594329"/>
    <p:sldId xmlns:r="http://schemas.openxmlformats.org/officeDocument/2006/relationships" id="279" r:id="Raff6c831335a45ca"/>
    <p:sldId xmlns:r="http://schemas.openxmlformats.org/officeDocument/2006/relationships" id="280" r:id="R4b4e7a0becfe4c48"/>
    <p:sldId xmlns:r="http://schemas.openxmlformats.org/officeDocument/2006/relationships" id="281" r:id="R306aceadd0c24125"/>
    <p:sldId xmlns:r="http://schemas.openxmlformats.org/officeDocument/2006/relationships" id="282" r:id="R95534d88bafb4ce8"/>
    <p:sldId xmlns:r="http://schemas.openxmlformats.org/officeDocument/2006/relationships" id="283" r:id="Rb62a5b1d85fa4dd4"/>
    <p:sldId xmlns:r="http://schemas.openxmlformats.org/officeDocument/2006/relationships" id="284" r:id="R5bd9b3fd70c645b1"/>
    <p:sldId xmlns:r="http://schemas.openxmlformats.org/officeDocument/2006/relationships" id="285" r:id="R2c2200b0bd5341fd"/>
    <p:sldId xmlns:r="http://schemas.openxmlformats.org/officeDocument/2006/relationships" id="286" r:id="R3bb0265072674655"/>
    <p:sldId xmlns:r="http://schemas.openxmlformats.org/officeDocument/2006/relationships" id="287" r:id="Rc4c1c2cecf2648ca"/>
    <p:sldId xmlns:r="http://schemas.openxmlformats.org/officeDocument/2006/relationships" id="288" r:id="Rd46c3112a52c45c1"/>
    <p:sldId xmlns:r="http://schemas.openxmlformats.org/officeDocument/2006/relationships" id="289" r:id="R29d2a3d0bd3749c6"/>
    <p:sldId xmlns:r="http://schemas.openxmlformats.org/officeDocument/2006/relationships" id="290" r:id="R291f58b1729b4278"/>
    <p:sldId xmlns:r="http://schemas.openxmlformats.org/officeDocument/2006/relationships" id="291" r:id="Rc98bc5d633214a1c"/>
    <p:sldId xmlns:r="http://schemas.openxmlformats.org/officeDocument/2006/relationships" id="292" r:id="R806005b2591a41cf"/>
    <p:sldId xmlns:r="http://schemas.openxmlformats.org/officeDocument/2006/relationships" id="293" r:id="R3e55837ee5774fb5"/>
    <p:sldId xmlns:r="http://schemas.openxmlformats.org/officeDocument/2006/relationships" id="294" r:id="Rb52678b5e48f4ef9"/>
    <p:sldId xmlns:r="http://schemas.openxmlformats.org/officeDocument/2006/relationships" id="295" r:id="R2890aa12ec3748a9"/>
    <p:sldId xmlns:r="http://schemas.openxmlformats.org/officeDocument/2006/relationships" id="296" r:id="R3e0c1d68fa284e1f"/>
    <p:sldId xmlns:r="http://schemas.openxmlformats.org/officeDocument/2006/relationships" id="297" r:id="R5a882a1185c24626"/>
    <p:sldId xmlns:r="http://schemas.openxmlformats.org/officeDocument/2006/relationships" id="298" r:id="R5221b654b68f46b9"/>
    <p:sldId xmlns:r="http://schemas.openxmlformats.org/officeDocument/2006/relationships" id="299" r:id="R068e1c3d399e49fa"/>
    <p:sldId xmlns:r="http://schemas.openxmlformats.org/officeDocument/2006/relationships" id="300" r:id="R8f8a2f400c4943eb"/>
    <p:sldId xmlns:r="http://schemas.openxmlformats.org/officeDocument/2006/relationships" id="301" r:id="R305f39d55f014373"/>
    <p:sldId xmlns:r="http://schemas.openxmlformats.org/officeDocument/2006/relationships" id="302" r:id="Rfa2c0e99751a4c88"/>
    <p:sldId xmlns:r="http://schemas.openxmlformats.org/officeDocument/2006/relationships" id="303" r:id="R1c4af44ee7ec46d1"/>
    <p:sldId xmlns:r="http://schemas.openxmlformats.org/officeDocument/2006/relationships" id="304" r:id="R89aa20da36af4e31"/>
    <p:sldId xmlns:r="http://schemas.openxmlformats.org/officeDocument/2006/relationships" id="305" r:id="Rcad8f1c7241c4f7a"/>
    <p:sldId xmlns:r="http://schemas.openxmlformats.org/officeDocument/2006/relationships" id="306" r:id="R6dbcc5b71ef74047"/>
    <p:sldId xmlns:r="http://schemas.openxmlformats.org/officeDocument/2006/relationships" id="307" r:id="R232551b4279e4b67"/>
    <p:sldId xmlns:r="http://schemas.openxmlformats.org/officeDocument/2006/relationships" id="308" r:id="Ra119468f64ff4298"/>
    <p:sldId xmlns:r="http://schemas.openxmlformats.org/officeDocument/2006/relationships" id="309" r:id="R89d3d112e8ef43a9"/>
    <p:sldId xmlns:r="http://schemas.openxmlformats.org/officeDocument/2006/relationships" id="310" r:id="Rc6f1f85433d742e9"/>
    <p:sldId xmlns:r="http://schemas.openxmlformats.org/officeDocument/2006/relationships" id="311" r:id="R820561c77b8948af"/>
    <p:sldId xmlns:r="http://schemas.openxmlformats.org/officeDocument/2006/relationships" id="312" r:id="Ra9f1f9f1e57e46de"/>
    <p:sldId xmlns:r="http://schemas.openxmlformats.org/officeDocument/2006/relationships" id="313" r:id="Rf4851a2ff5674127"/>
    <p:sldId xmlns:r="http://schemas.openxmlformats.org/officeDocument/2006/relationships" id="314" r:id="R93753fcd844f43f0"/>
    <p:sldId xmlns:r="http://schemas.openxmlformats.org/officeDocument/2006/relationships" id="315" r:id="Rf2515c1faa8f4927"/>
    <p:sldId xmlns:r="http://schemas.openxmlformats.org/officeDocument/2006/relationships" id="316" r:id="R6f499d019ef74295"/>
    <p:sldId xmlns:r="http://schemas.openxmlformats.org/officeDocument/2006/relationships" id="317" r:id="R564774aba4164fb6"/>
    <p:sldId xmlns:r="http://schemas.openxmlformats.org/officeDocument/2006/relationships" id="318" r:id="R026febf9f77a4287"/>
    <p:sldId xmlns:r="http://schemas.openxmlformats.org/officeDocument/2006/relationships" id="319" r:id="R58d65018c5ce4a22"/>
    <p:sldId xmlns:r="http://schemas.openxmlformats.org/officeDocument/2006/relationships" id="320" r:id="R8f773d13a406480c"/>
    <p:sldId xmlns:r="http://schemas.openxmlformats.org/officeDocument/2006/relationships" id="321" r:id="R895db28c78334349"/>
    <p:sldId xmlns:r="http://schemas.openxmlformats.org/officeDocument/2006/relationships" id="322" r:id="R34ad1acc44cf4b07"/>
    <p:sldId xmlns:r="http://schemas.openxmlformats.org/officeDocument/2006/relationships" id="323" r:id="R3cd54e29b6ea4324"/>
    <p:sldId xmlns:r="http://schemas.openxmlformats.org/officeDocument/2006/relationships" id="324" r:id="R1c59456f23ae427d"/>
    <p:sldId xmlns:r="http://schemas.openxmlformats.org/officeDocument/2006/relationships" id="325" r:id="R91a46ea5f1ff4777"/>
    <p:sldId xmlns:r="http://schemas.openxmlformats.org/officeDocument/2006/relationships" id="326" r:id="R6025058875534722"/>
    <p:sldId xmlns:r="http://schemas.openxmlformats.org/officeDocument/2006/relationships" id="327" r:id="Ra2c4d84fe7ae44d4"/>
    <p:sldId xmlns:r="http://schemas.openxmlformats.org/officeDocument/2006/relationships" id="328" r:id="R039474ecfbfa4e4e"/>
    <p:sldId xmlns:r="http://schemas.openxmlformats.org/officeDocument/2006/relationships" id="329" r:id="Rfd670b5697f14e55"/>
    <p:sldId xmlns:r="http://schemas.openxmlformats.org/officeDocument/2006/relationships" id="330" r:id="Ra82dd7eda6694d63"/>
    <p:sldId xmlns:r="http://schemas.openxmlformats.org/officeDocument/2006/relationships" id="331" r:id="R2c232b8961db4dc8"/>
    <p:sldId xmlns:r="http://schemas.openxmlformats.org/officeDocument/2006/relationships" id="332" r:id="R5829f280d42c4b86"/>
    <p:sldId xmlns:r="http://schemas.openxmlformats.org/officeDocument/2006/relationships" id="333" r:id="R86667681e5544d77"/>
    <p:sldId xmlns:r="http://schemas.openxmlformats.org/officeDocument/2006/relationships" id="334" r:id="R4ea6a6cc5d0d40e5"/>
    <p:sldId xmlns:r="http://schemas.openxmlformats.org/officeDocument/2006/relationships" id="335" r:id="Re3cf25b641d4458c"/>
    <p:sldId xmlns:r="http://schemas.openxmlformats.org/officeDocument/2006/relationships" id="336" r:id="R5f70f3c4c36747c4"/>
    <p:sldId xmlns:r="http://schemas.openxmlformats.org/officeDocument/2006/relationships" id="337" r:id="R7c08ec600e284a2c"/>
    <p:sldId xmlns:r="http://schemas.openxmlformats.org/officeDocument/2006/relationships" id="338" r:id="R4e9a61d35cb84076"/>
    <p:sldId xmlns:r="http://schemas.openxmlformats.org/officeDocument/2006/relationships" id="339" r:id="R543014b8d561425d"/>
    <p:sldId xmlns:r="http://schemas.openxmlformats.org/officeDocument/2006/relationships" id="340" r:id="Ra1682a6958f44d86"/>
    <p:sldId xmlns:r="http://schemas.openxmlformats.org/officeDocument/2006/relationships" id="341" r:id="R13523555894e4cf5"/>
    <p:sldId xmlns:r="http://schemas.openxmlformats.org/officeDocument/2006/relationships" id="342" r:id="R74e78c51646143a9"/>
    <p:sldId xmlns:r="http://schemas.openxmlformats.org/officeDocument/2006/relationships" id="343" r:id="Rf31fe495de234c71"/>
    <p:sldId xmlns:r="http://schemas.openxmlformats.org/officeDocument/2006/relationships" id="344" r:id="Rbd66d37bcd97451f"/>
    <p:sldId xmlns:r="http://schemas.openxmlformats.org/officeDocument/2006/relationships" id="345" r:id="R02f99b101f7b4f68"/>
    <p:sldId xmlns:r="http://schemas.openxmlformats.org/officeDocument/2006/relationships" id="346" r:id="R48951d8201e1471d"/>
    <p:sldId xmlns:r="http://schemas.openxmlformats.org/officeDocument/2006/relationships" id="347" r:id="Rb0774d67067a4921"/>
    <p:sldId xmlns:r="http://schemas.openxmlformats.org/officeDocument/2006/relationships" id="348" r:id="R6c8c788866034aaa"/>
    <p:sldId xmlns:r="http://schemas.openxmlformats.org/officeDocument/2006/relationships" id="349" r:id="R382f35f63ed34cec"/>
    <p:sldId xmlns:r="http://schemas.openxmlformats.org/officeDocument/2006/relationships" id="350" r:id="R191fc5868fcc419d"/>
    <p:sldId xmlns:r="http://schemas.openxmlformats.org/officeDocument/2006/relationships" id="351" r:id="R2697b0d3118f4fcf"/>
    <p:sldId xmlns:r="http://schemas.openxmlformats.org/officeDocument/2006/relationships" id="352" r:id="Rc39abf5684084156"/>
    <p:sldId xmlns:r="http://schemas.openxmlformats.org/officeDocument/2006/relationships" id="353" r:id="Rca2239b106a14381"/>
    <p:sldId xmlns:r="http://schemas.openxmlformats.org/officeDocument/2006/relationships" id="354" r:id="R4ee5ea424ce042b6"/>
    <p:sldId xmlns:r="http://schemas.openxmlformats.org/officeDocument/2006/relationships" id="355" r:id="R7530273e426c486b"/>
    <p:sldId xmlns:r="http://schemas.openxmlformats.org/officeDocument/2006/relationships" id="356" r:id="Rd2e3e4cf9e3d44b2"/>
    <p:sldId xmlns:r="http://schemas.openxmlformats.org/officeDocument/2006/relationships" id="357" r:id="Rbe57e1aed2134e5c"/>
    <p:sldId xmlns:r="http://schemas.openxmlformats.org/officeDocument/2006/relationships" id="358" r:id="R3ea58bbdb6674f84"/>
    <p:sldId xmlns:r="http://schemas.openxmlformats.org/officeDocument/2006/relationships" id="359" r:id="R80c194e465964f1c"/>
    <p:sldId xmlns:r="http://schemas.openxmlformats.org/officeDocument/2006/relationships" id="360" r:id="R75522c862908486a"/>
    <p:sldId xmlns:r="http://schemas.openxmlformats.org/officeDocument/2006/relationships" id="361" r:id="R2729c0fff0f74629"/>
    <p:sldId xmlns:r="http://schemas.openxmlformats.org/officeDocument/2006/relationships" id="362" r:id="Rde7e1e168eaa4925"/>
    <p:sldId xmlns:r="http://schemas.openxmlformats.org/officeDocument/2006/relationships" id="363" r:id="R03bdf805e73c4b55"/>
    <p:sldId xmlns:r="http://schemas.openxmlformats.org/officeDocument/2006/relationships" id="364" r:id="R4e2cd35756a64b1e"/>
    <p:sldId xmlns:r="http://schemas.openxmlformats.org/officeDocument/2006/relationships" id="365" r:id="R9ca994f760b74cd7"/>
    <p:sldId xmlns:r="http://schemas.openxmlformats.org/officeDocument/2006/relationships" id="366" r:id="R7141638255d54163"/>
    <p:sldId xmlns:r="http://schemas.openxmlformats.org/officeDocument/2006/relationships" id="367" r:id="Rc8f7298ff12e41ae"/>
    <p:sldId xmlns:r="http://schemas.openxmlformats.org/officeDocument/2006/relationships" id="368" r:id="Radd27eb4437c480b"/>
    <p:sldId xmlns:r="http://schemas.openxmlformats.org/officeDocument/2006/relationships" id="369" r:id="R08873c22ac7d417a"/>
    <p:sldId xmlns:r="http://schemas.openxmlformats.org/officeDocument/2006/relationships" id="370" r:id="R6e8e6de53bfd4f26"/>
    <p:sldId xmlns:r="http://schemas.openxmlformats.org/officeDocument/2006/relationships" id="371" r:id="R1ab850193629402e"/>
    <p:sldId xmlns:r="http://schemas.openxmlformats.org/officeDocument/2006/relationships" id="372" r:id="R66328cf26f104be4"/>
    <p:sldId xmlns:r="http://schemas.openxmlformats.org/officeDocument/2006/relationships" id="373" r:id="R706c59aac11f4182"/>
    <p:sldId xmlns:r="http://schemas.openxmlformats.org/officeDocument/2006/relationships" id="374" r:id="R957d38c1e6034e60"/>
    <p:sldId xmlns:r="http://schemas.openxmlformats.org/officeDocument/2006/relationships" id="375" r:id="Rbddbecda2f2a4972"/>
    <p:sldId xmlns:r="http://schemas.openxmlformats.org/officeDocument/2006/relationships" id="376" r:id="Ra4a7443094c44ff1"/>
    <p:sldId xmlns:r="http://schemas.openxmlformats.org/officeDocument/2006/relationships" id="377" r:id="R7c9cabc8958c4558"/>
    <p:sldId xmlns:r="http://schemas.openxmlformats.org/officeDocument/2006/relationships" id="378" r:id="Rcff47f82dd1e4d15"/>
    <p:sldId xmlns:r="http://schemas.openxmlformats.org/officeDocument/2006/relationships" id="379" r:id="R8c2914079cca4884"/>
    <p:sldId xmlns:r="http://schemas.openxmlformats.org/officeDocument/2006/relationships" id="380" r:id="R52b86f53e83447fe"/>
    <p:sldId xmlns:r="http://schemas.openxmlformats.org/officeDocument/2006/relationships" id="381" r:id="Re13d7c3c1cd547cf"/>
    <p:sldId xmlns:r="http://schemas.openxmlformats.org/officeDocument/2006/relationships" id="382" r:id="Rf0b14a910d3442f1"/>
    <p:sldId xmlns:r="http://schemas.openxmlformats.org/officeDocument/2006/relationships" id="383" r:id="Rf3cec5d1b07144fa"/>
    <p:sldId xmlns:r="http://schemas.openxmlformats.org/officeDocument/2006/relationships" id="384" r:id="R00d8e949a4b640af"/>
    <p:sldId xmlns:r="http://schemas.openxmlformats.org/officeDocument/2006/relationships" id="385" r:id="R93e3d7cebb694638"/>
    <p:sldId xmlns:r="http://schemas.openxmlformats.org/officeDocument/2006/relationships" id="386" r:id="Rf24d3d326b044102"/>
    <p:sldId xmlns:r="http://schemas.openxmlformats.org/officeDocument/2006/relationships" id="387" r:id="R7cb95e7bfa3f4cd8"/>
    <p:sldId xmlns:r="http://schemas.openxmlformats.org/officeDocument/2006/relationships" id="388" r:id="R31140721402f47e9"/>
    <p:sldId xmlns:r="http://schemas.openxmlformats.org/officeDocument/2006/relationships" id="389" r:id="Rf15bbac41fb541b1"/>
    <p:sldId xmlns:r="http://schemas.openxmlformats.org/officeDocument/2006/relationships" id="390" r:id="Rb2b7af64bfff4c42"/>
    <p:sldId xmlns:r="http://schemas.openxmlformats.org/officeDocument/2006/relationships" id="391" r:id="R2d2bcaa698b74d1c"/>
    <p:sldId xmlns:r="http://schemas.openxmlformats.org/officeDocument/2006/relationships" id="392" r:id="R33f178e2ac1a47bc"/>
    <p:sldId xmlns:r="http://schemas.openxmlformats.org/officeDocument/2006/relationships" id="393" r:id="Re441532db5344169"/>
    <p:sldId xmlns:r="http://schemas.openxmlformats.org/officeDocument/2006/relationships" id="394" r:id="Rf0e46dca80104959"/>
    <p:sldId xmlns:r="http://schemas.openxmlformats.org/officeDocument/2006/relationships" id="395" r:id="R7633c2dd8a944265"/>
    <p:sldId xmlns:r="http://schemas.openxmlformats.org/officeDocument/2006/relationships" id="396" r:id="R7b07ed426acf4d81"/>
    <p:sldId xmlns:r="http://schemas.openxmlformats.org/officeDocument/2006/relationships" id="397" r:id="Rbc18db1b01534072"/>
    <p:sldId xmlns:r="http://schemas.openxmlformats.org/officeDocument/2006/relationships" id="398" r:id="R3fc62c5cdc184bc3"/>
    <p:sldId xmlns:r="http://schemas.openxmlformats.org/officeDocument/2006/relationships" id="399" r:id="Ra4be38e55637401e"/>
    <p:sldId xmlns:r="http://schemas.openxmlformats.org/officeDocument/2006/relationships" id="400" r:id="Rcb7b60c1250849ac"/>
    <p:sldId xmlns:r="http://schemas.openxmlformats.org/officeDocument/2006/relationships" id="401" r:id="Rd070894a58a94939"/>
    <p:sldId xmlns:r="http://schemas.openxmlformats.org/officeDocument/2006/relationships" id="402" r:id="Rf7b53d481dfa4cda"/>
    <p:sldId xmlns:r="http://schemas.openxmlformats.org/officeDocument/2006/relationships" id="403" r:id="Ra4b5736360494dfe"/>
    <p:sldId xmlns:r="http://schemas.openxmlformats.org/officeDocument/2006/relationships" id="404" r:id="Rcf06d9e2ece2462b"/>
    <p:sldId xmlns:r="http://schemas.openxmlformats.org/officeDocument/2006/relationships" id="405" r:id="R549dca61bbf74f70"/>
    <p:sldId xmlns:r="http://schemas.openxmlformats.org/officeDocument/2006/relationships" id="406" r:id="R6368b8d7239a47ff"/>
    <p:sldId xmlns:r="http://schemas.openxmlformats.org/officeDocument/2006/relationships" id="407" r:id="R1375037c9ab748b4"/>
    <p:sldId xmlns:r="http://schemas.openxmlformats.org/officeDocument/2006/relationships" id="408" r:id="R7ae84a3cbdcf4972"/>
    <p:sldId xmlns:r="http://schemas.openxmlformats.org/officeDocument/2006/relationships" id="409" r:id="R0dc308a338ec4549"/>
    <p:sldId xmlns:r="http://schemas.openxmlformats.org/officeDocument/2006/relationships" id="410" r:id="R43b24d25d537443e"/>
    <p:sldId xmlns:r="http://schemas.openxmlformats.org/officeDocument/2006/relationships" id="411" r:id="R2b5881abbfca45f4"/>
    <p:sldId xmlns:r="http://schemas.openxmlformats.org/officeDocument/2006/relationships" id="412" r:id="R2a2578a8644d4958"/>
    <p:sldId xmlns:r="http://schemas.openxmlformats.org/officeDocument/2006/relationships" id="413" r:id="Rf765ad1e727045ed"/>
    <p:sldId xmlns:r="http://schemas.openxmlformats.org/officeDocument/2006/relationships" id="414" r:id="R4b993548a2314030"/>
    <p:sldId xmlns:r="http://schemas.openxmlformats.org/officeDocument/2006/relationships" id="415" r:id="R61e2d912a91040d3"/>
    <p:sldId xmlns:r="http://schemas.openxmlformats.org/officeDocument/2006/relationships" id="416" r:id="R11e54db15b8149b3"/>
    <p:sldId xmlns:r="http://schemas.openxmlformats.org/officeDocument/2006/relationships" id="417" r:id="R7a492537e0be4027"/>
    <p:sldId xmlns:r="http://schemas.openxmlformats.org/officeDocument/2006/relationships" id="418" r:id="R38312d05ac6e42c9"/>
    <p:sldId xmlns:r="http://schemas.openxmlformats.org/officeDocument/2006/relationships" id="419" r:id="Rb0805532d3ee4dc4"/>
    <p:sldId xmlns:r="http://schemas.openxmlformats.org/officeDocument/2006/relationships" id="420" r:id="R4a283716072c4493"/>
    <p:sldId xmlns:r="http://schemas.openxmlformats.org/officeDocument/2006/relationships" id="421" r:id="R8c72e6c575b94c5c"/>
    <p:sldId xmlns:r="http://schemas.openxmlformats.org/officeDocument/2006/relationships" id="422" r:id="Rd900c51c8d5043fb"/>
    <p:sldId xmlns:r="http://schemas.openxmlformats.org/officeDocument/2006/relationships" id="423" r:id="R8068fd251e08419d"/>
    <p:sldId xmlns:r="http://schemas.openxmlformats.org/officeDocument/2006/relationships" id="424" r:id="R90b81673bfd04368"/>
    <p:sldId xmlns:r="http://schemas.openxmlformats.org/officeDocument/2006/relationships" id="425" r:id="R0bd150be2c194132"/>
    <p:sldId xmlns:r="http://schemas.openxmlformats.org/officeDocument/2006/relationships" id="426" r:id="R435f62dd4d24402d"/>
    <p:sldId xmlns:r="http://schemas.openxmlformats.org/officeDocument/2006/relationships" id="427" r:id="Rbea2a19ddc2343cc"/>
    <p:sldId xmlns:r="http://schemas.openxmlformats.org/officeDocument/2006/relationships" id="428" r:id="Rd19022575eb84c3b"/>
    <p:sldId xmlns:r="http://schemas.openxmlformats.org/officeDocument/2006/relationships" id="429" r:id="R520d215f7900423b"/>
    <p:sldId xmlns:r="http://schemas.openxmlformats.org/officeDocument/2006/relationships" id="430" r:id="R328c2e7ff7b845eb"/>
    <p:sldId xmlns:r="http://schemas.openxmlformats.org/officeDocument/2006/relationships" id="431" r:id="R146d285117d94556"/>
    <p:sldId xmlns:r="http://schemas.openxmlformats.org/officeDocument/2006/relationships" id="432" r:id="R8836eb8a060b4373"/>
    <p:sldId xmlns:r="http://schemas.openxmlformats.org/officeDocument/2006/relationships" id="433" r:id="R0d3b52e44f274b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3cdf979adb4948" /><Relationship Type="http://schemas.openxmlformats.org/officeDocument/2006/relationships/slideMaster" Target="/ppt/slideMasters/slideMaster1.xml" Id="Rf409776fcd9f4915" /><Relationship Type="http://schemas.openxmlformats.org/officeDocument/2006/relationships/notesMaster" Target="/ppt/notesMasters/notesMaster1.xml" Id="Rf850db8f97a242ca" /><Relationship Type="http://schemas.openxmlformats.org/officeDocument/2006/relationships/presProps" Target="/ppt/presProps.xml" Id="Reb31fce8a6b24d58" /><Relationship Type="http://schemas.openxmlformats.org/officeDocument/2006/relationships/tableStyles" Target="/ppt/tableStyles.xml" Id="R4f0671af723f475e" /><Relationship Type="http://schemas.openxmlformats.org/officeDocument/2006/relationships/slide" Target="/ppt/slides/slide1.xml" Id="Rb6059f03b3734573" /><Relationship Type="http://schemas.openxmlformats.org/officeDocument/2006/relationships/slide" Target="/ppt/slides/slide2.xml" Id="Rf44c3de657da414a" /><Relationship Type="http://schemas.openxmlformats.org/officeDocument/2006/relationships/slide" Target="/ppt/slides/slide3.xml" Id="R76743c9bc1cb40c1" /><Relationship Type="http://schemas.openxmlformats.org/officeDocument/2006/relationships/slide" Target="/ppt/slides/slide4.xml" Id="R81f392fe6adf4c48" /><Relationship Type="http://schemas.openxmlformats.org/officeDocument/2006/relationships/slide" Target="/ppt/slides/slide5.xml" Id="R8d824aca79304f67" /><Relationship Type="http://schemas.openxmlformats.org/officeDocument/2006/relationships/slide" Target="/ppt/slides/slide6.xml" Id="Rca24373447eb470e" /><Relationship Type="http://schemas.openxmlformats.org/officeDocument/2006/relationships/slide" Target="/ppt/slides/slide7.xml" Id="Radf4f22825fc458e" /><Relationship Type="http://schemas.openxmlformats.org/officeDocument/2006/relationships/slide" Target="/ppt/slides/slide8.xml" Id="Rcfedd4e0419042b1" /><Relationship Type="http://schemas.openxmlformats.org/officeDocument/2006/relationships/slide" Target="/ppt/slides/slide9.xml" Id="Rce2f42faf8ff4d11" /><Relationship Type="http://schemas.openxmlformats.org/officeDocument/2006/relationships/slide" Target="/ppt/slides/slide10.xml" Id="R146821483b9c49d2" /><Relationship Type="http://schemas.openxmlformats.org/officeDocument/2006/relationships/slide" Target="/ppt/slides/slide11.xml" Id="Rb2d9e63a7fbc438a" /><Relationship Type="http://schemas.openxmlformats.org/officeDocument/2006/relationships/slide" Target="/ppt/slides/slide12.xml" Id="R85129271fc614b8c" /><Relationship Type="http://schemas.openxmlformats.org/officeDocument/2006/relationships/slide" Target="/ppt/slides/slide13.xml" Id="R8b2a7ef69ba84457" /><Relationship Type="http://schemas.openxmlformats.org/officeDocument/2006/relationships/slide" Target="/ppt/slides/slide14.xml" Id="Rfb7e1408f8804bb5" /><Relationship Type="http://schemas.openxmlformats.org/officeDocument/2006/relationships/slide" Target="/ppt/slides/slide15.xml" Id="R18f537732d194f19" /><Relationship Type="http://schemas.openxmlformats.org/officeDocument/2006/relationships/slide" Target="/ppt/slides/slide16.xml" Id="R7f73b9342a7647de" /><Relationship Type="http://schemas.openxmlformats.org/officeDocument/2006/relationships/slide" Target="/ppt/slides/slide17.xml" Id="Rd980ed79f107456e" /><Relationship Type="http://schemas.openxmlformats.org/officeDocument/2006/relationships/slide" Target="/ppt/slides/slide18.xml" Id="R0fb219b256024ee6" /><Relationship Type="http://schemas.openxmlformats.org/officeDocument/2006/relationships/slide" Target="/ppt/slides/slide19.xml" Id="R777a48e0ec554473" /><Relationship Type="http://schemas.openxmlformats.org/officeDocument/2006/relationships/slide" Target="/ppt/slides/slide20.xml" Id="R0b9e6d91a7ba4313" /><Relationship Type="http://schemas.openxmlformats.org/officeDocument/2006/relationships/slide" Target="/ppt/slides/slide21.xml" Id="R2928cac94fd44e5d" /><Relationship Type="http://schemas.openxmlformats.org/officeDocument/2006/relationships/slide" Target="/ppt/slides/slide22.xml" Id="Rd704dd132bb74f40" /><Relationship Type="http://schemas.openxmlformats.org/officeDocument/2006/relationships/slide" Target="/ppt/slides/slide23.xml" Id="R5e3c311619594329" /><Relationship Type="http://schemas.openxmlformats.org/officeDocument/2006/relationships/slide" Target="/ppt/slides/slide24.xml" Id="Raff6c831335a45ca" /><Relationship Type="http://schemas.openxmlformats.org/officeDocument/2006/relationships/slide" Target="/ppt/slides/slide25.xml" Id="R4b4e7a0becfe4c48" /><Relationship Type="http://schemas.openxmlformats.org/officeDocument/2006/relationships/slide" Target="/ppt/slides/slide26.xml" Id="R306aceadd0c24125" /><Relationship Type="http://schemas.openxmlformats.org/officeDocument/2006/relationships/slide" Target="/ppt/slides/slide27.xml" Id="R95534d88bafb4ce8" /><Relationship Type="http://schemas.openxmlformats.org/officeDocument/2006/relationships/slide" Target="/ppt/slides/slide28.xml" Id="Rb62a5b1d85fa4dd4" /><Relationship Type="http://schemas.openxmlformats.org/officeDocument/2006/relationships/slide" Target="/ppt/slides/slide29.xml" Id="R5bd9b3fd70c645b1" /><Relationship Type="http://schemas.openxmlformats.org/officeDocument/2006/relationships/slide" Target="/ppt/slides/slide30.xml" Id="R2c2200b0bd5341fd" /><Relationship Type="http://schemas.openxmlformats.org/officeDocument/2006/relationships/slide" Target="/ppt/slides/slide31.xml" Id="R3bb0265072674655" /><Relationship Type="http://schemas.openxmlformats.org/officeDocument/2006/relationships/slide" Target="/ppt/slides/slide32.xml" Id="Rc4c1c2cecf2648ca" /><Relationship Type="http://schemas.openxmlformats.org/officeDocument/2006/relationships/slide" Target="/ppt/slides/slide33.xml" Id="Rd46c3112a52c45c1" /><Relationship Type="http://schemas.openxmlformats.org/officeDocument/2006/relationships/slide" Target="/ppt/slides/slide34.xml" Id="R29d2a3d0bd3749c6" /><Relationship Type="http://schemas.openxmlformats.org/officeDocument/2006/relationships/slide" Target="/ppt/slides/slide35.xml" Id="R291f58b1729b4278" /><Relationship Type="http://schemas.openxmlformats.org/officeDocument/2006/relationships/slide" Target="/ppt/slides/slide36.xml" Id="Rc98bc5d633214a1c" /><Relationship Type="http://schemas.openxmlformats.org/officeDocument/2006/relationships/slide" Target="/ppt/slides/slide37.xml" Id="R806005b2591a41cf" /><Relationship Type="http://schemas.openxmlformats.org/officeDocument/2006/relationships/slide" Target="/ppt/slides/slide38.xml" Id="R3e55837ee5774fb5" /><Relationship Type="http://schemas.openxmlformats.org/officeDocument/2006/relationships/slide" Target="/ppt/slides/slide39.xml" Id="Rb52678b5e48f4ef9" /><Relationship Type="http://schemas.openxmlformats.org/officeDocument/2006/relationships/slide" Target="/ppt/slides/slide40.xml" Id="R2890aa12ec3748a9" /><Relationship Type="http://schemas.openxmlformats.org/officeDocument/2006/relationships/slide" Target="/ppt/slides/slide41.xml" Id="R3e0c1d68fa284e1f" /><Relationship Type="http://schemas.openxmlformats.org/officeDocument/2006/relationships/slide" Target="/ppt/slides/slide42.xml" Id="R5a882a1185c24626" /><Relationship Type="http://schemas.openxmlformats.org/officeDocument/2006/relationships/slide" Target="/ppt/slides/slide43.xml" Id="R5221b654b68f46b9" /><Relationship Type="http://schemas.openxmlformats.org/officeDocument/2006/relationships/slide" Target="/ppt/slides/slide44.xml" Id="R068e1c3d399e49fa" /><Relationship Type="http://schemas.openxmlformats.org/officeDocument/2006/relationships/slide" Target="/ppt/slides/slide45.xml" Id="R8f8a2f400c4943eb" /><Relationship Type="http://schemas.openxmlformats.org/officeDocument/2006/relationships/slide" Target="/ppt/slides/slide46.xml" Id="R305f39d55f014373" /><Relationship Type="http://schemas.openxmlformats.org/officeDocument/2006/relationships/slide" Target="/ppt/slides/slide47.xml" Id="Rfa2c0e99751a4c88" /><Relationship Type="http://schemas.openxmlformats.org/officeDocument/2006/relationships/slide" Target="/ppt/slides/slide48.xml" Id="R1c4af44ee7ec46d1" /><Relationship Type="http://schemas.openxmlformats.org/officeDocument/2006/relationships/slide" Target="/ppt/slides/slide49.xml" Id="R89aa20da36af4e31" /><Relationship Type="http://schemas.openxmlformats.org/officeDocument/2006/relationships/slide" Target="/ppt/slides/slide50.xml" Id="Rcad8f1c7241c4f7a" /><Relationship Type="http://schemas.openxmlformats.org/officeDocument/2006/relationships/slide" Target="/ppt/slides/slide51.xml" Id="R6dbcc5b71ef74047" /><Relationship Type="http://schemas.openxmlformats.org/officeDocument/2006/relationships/slide" Target="/ppt/slides/slide52.xml" Id="R232551b4279e4b67" /><Relationship Type="http://schemas.openxmlformats.org/officeDocument/2006/relationships/slide" Target="/ppt/slides/slide53.xml" Id="Ra119468f64ff4298" /><Relationship Type="http://schemas.openxmlformats.org/officeDocument/2006/relationships/slide" Target="/ppt/slides/slide54.xml" Id="R89d3d112e8ef43a9" /><Relationship Type="http://schemas.openxmlformats.org/officeDocument/2006/relationships/slide" Target="/ppt/slides/slide55.xml" Id="Rc6f1f85433d742e9" /><Relationship Type="http://schemas.openxmlformats.org/officeDocument/2006/relationships/slide" Target="/ppt/slides/slide56.xml" Id="R820561c77b8948af" /><Relationship Type="http://schemas.openxmlformats.org/officeDocument/2006/relationships/slide" Target="/ppt/slides/slide57.xml" Id="Ra9f1f9f1e57e46de" /><Relationship Type="http://schemas.openxmlformats.org/officeDocument/2006/relationships/slide" Target="/ppt/slides/slide58.xml" Id="Rf4851a2ff5674127" /><Relationship Type="http://schemas.openxmlformats.org/officeDocument/2006/relationships/slide" Target="/ppt/slides/slide59.xml" Id="R93753fcd844f43f0" /><Relationship Type="http://schemas.openxmlformats.org/officeDocument/2006/relationships/slide" Target="/ppt/slides/slide60.xml" Id="Rf2515c1faa8f4927" /><Relationship Type="http://schemas.openxmlformats.org/officeDocument/2006/relationships/slide" Target="/ppt/slides/slide61.xml" Id="R6f499d019ef74295" /><Relationship Type="http://schemas.openxmlformats.org/officeDocument/2006/relationships/slide" Target="/ppt/slides/slide62.xml" Id="R564774aba4164fb6" /><Relationship Type="http://schemas.openxmlformats.org/officeDocument/2006/relationships/slide" Target="/ppt/slides/slide63.xml" Id="R026febf9f77a4287" /><Relationship Type="http://schemas.openxmlformats.org/officeDocument/2006/relationships/slide" Target="/ppt/slides/slide64.xml" Id="R58d65018c5ce4a22" /><Relationship Type="http://schemas.openxmlformats.org/officeDocument/2006/relationships/slide" Target="/ppt/slides/slide65.xml" Id="R8f773d13a406480c" /><Relationship Type="http://schemas.openxmlformats.org/officeDocument/2006/relationships/slide" Target="/ppt/slides/slide66.xml" Id="R895db28c78334349" /><Relationship Type="http://schemas.openxmlformats.org/officeDocument/2006/relationships/slide" Target="/ppt/slides/slide67.xml" Id="R34ad1acc44cf4b07" /><Relationship Type="http://schemas.openxmlformats.org/officeDocument/2006/relationships/slide" Target="/ppt/slides/slide68.xml" Id="R3cd54e29b6ea4324" /><Relationship Type="http://schemas.openxmlformats.org/officeDocument/2006/relationships/slide" Target="/ppt/slides/slide69.xml" Id="R1c59456f23ae427d" /><Relationship Type="http://schemas.openxmlformats.org/officeDocument/2006/relationships/slide" Target="/ppt/slides/slide70.xml" Id="R91a46ea5f1ff4777" /><Relationship Type="http://schemas.openxmlformats.org/officeDocument/2006/relationships/slide" Target="/ppt/slides/slide71.xml" Id="R6025058875534722" /><Relationship Type="http://schemas.openxmlformats.org/officeDocument/2006/relationships/slide" Target="/ppt/slides/slide72.xml" Id="Ra2c4d84fe7ae44d4" /><Relationship Type="http://schemas.openxmlformats.org/officeDocument/2006/relationships/slide" Target="/ppt/slides/slide73.xml" Id="R039474ecfbfa4e4e" /><Relationship Type="http://schemas.openxmlformats.org/officeDocument/2006/relationships/slide" Target="/ppt/slides/slide74.xml" Id="Rfd670b5697f14e55" /><Relationship Type="http://schemas.openxmlformats.org/officeDocument/2006/relationships/slide" Target="/ppt/slides/slide75.xml" Id="Ra82dd7eda6694d63" /><Relationship Type="http://schemas.openxmlformats.org/officeDocument/2006/relationships/slide" Target="/ppt/slides/slide76.xml" Id="R2c232b8961db4dc8" /><Relationship Type="http://schemas.openxmlformats.org/officeDocument/2006/relationships/slide" Target="/ppt/slides/slide77.xml" Id="R5829f280d42c4b86" /><Relationship Type="http://schemas.openxmlformats.org/officeDocument/2006/relationships/slide" Target="/ppt/slides/slide78.xml" Id="R86667681e5544d77" /><Relationship Type="http://schemas.openxmlformats.org/officeDocument/2006/relationships/slide" Target="/ppt/slides/slide79.xml" Id="R4ea6a6cc5d0d40e5" /><Relationship Type="http://schemas.openxmlformats.org/officeDocument/2006/relationships/slide" Target="/ppt/slides/slide80.xml" Id="Re3cf25b641d4458c" /><Relationship Type="http://schemas.openxmlformats.org/officeDocument/2006/relationships/slide" Target="/ppt/slides/slide81.xml" Id="R5f70f3c4c36747c4" /><Relationship Type="http://schemas.openxmlformats.org/officeDocument/2006/relationships/slide" Target="/ppt/slides/slide82.xml" Id="R7c08ec600e284a2c" /><Relationship Type="http://schemas.openxmlformats.org/officeDocument/2006/relationships/slide" Target="/ppt/slides/slide83.xml" Id="R4e9a61d35cb84076" /><Relationship Type="http://schemas.openxmlformats.org/officeDocument/2006/relationships/slide" Target="/ppt/slides/slide84.xml" Id="R543014b8d561425d" /><Relationship Type="http://schemas.openxmlformats.org/officeDocument/2006/relationships/slide" Target="/ppt/slides/slide85.xml" Id="Ra1682a6958f44d86" /><Relationship Type="http://schemas.openxmlformats.org/officeDocument/2006/relationships/slide" Target="/ppt/slides/slide86.xml" Id="R13523555894e4cf5" /><Relationship Type="http://schemas.openxmlformats.org/officeDocument/2006/relationships/slide" Target="/ppt/slides/slide87.xml" Id="R74e78c51646143a9" /><Relationship Type="http://schemas.openxmlformats.org/officeDocument/2006/relationships/slide" Target="/ppt/slides/slide88.xml" Id="Rf31fe495de234c71" /><Relationship Type="http://schemas.openxmlformats.org/officeDocument/2006/relationships/slide" Target="/ppt/slides/slide89.xml" Id="Rbd66d37bcd97451f" /><Relationship Type="http://schemas.openxmlformats.org/officeDocument/2006/relationships/slide" Target="/ppt/slides/slide90.xml" Id="R02f99b101f7b4f68" /><Relationship Type="http://schemas.openxmlformats.org/officeDocument/2006/relationships/slide" Target="/ppt/slides/slide91.xml" Id="R48951d8201e1471d" /><Relationship Type="http://schemas.openxmlformats.org/officeDocument/2006/relationships/slide" Target="/ppt/slides/slide92.xml" Id="Rb0774d67067a4921" /><Relationship Type="http://schemas.openxmlformats.org/officeDocument/2006/relationships/slide" Target="/ppt/slides/slide93.xml" Id="R6c8c788866034aaa" /><Relationship Type="http://schemas.openxmlformats.org/officeDocument/2006/relationships/slide" Target="/ppt/slides/slide94.xml" Id="R382f35f63ed34cec" /><Relationship Type="http://schemas.openxmlformats.org/officeDocument/2006/relationships/slide" Target="/ppt/slides/slide95.xml" Id="R191fc5868fcc419d" /><Relationship Type="http://schemas.openxmlformats.org/officeDocument/2006/relationships/slide" Target="/ppt/slides/slide96.xml" Id="R2697b0d3118f4fcf" /><Relationship Type="http://schemas.openxmlformats.org/officeDocument/2006/relationships/slide" Target="/ppt/slides/slide97.xml" Id="Rc39abf5684084156" /><Relationship Type="http://schemas.openxmlformats.org/officeDocument/2006/relationships/slide" Target="/ppt/slides/slide98.xml" Id="Rca2239b106a14381" /><Relationship Type="http://schemas.openxmlformats.org/officeDocument/2006/relationships/slide" Target="/ppt/slides/slide99.xml" Id="R4ee5ea424ce042b6" /><Relationship Type="http://schemas.openxmlformats.org/officeDocument/2006/relationships/slide" Target="/ppt/slides/slide100.xml" Id="R7530273e426c486b" /><Relationship Type="http://schemas.openxmlformats.org/officeDocument/2006/relationships/slide" Target="/ppt/slides/slide101.xml" Id="Rd2e3e4cf9e3d44b2" /><Relationship Type="http://schemas.openxmlformats.org/officeDocument/2006/relationships/slide" Target="/ppt/slides/slide102.xml" Id="Rbe57e1aed2134e5c" /><Relationship Type="http://schemas.openxmlformats.org/officeDocument/2006/relationships/slide" Target="/ppt/slides/slide103.xml" Id="R3ea58bbdb6674f84" /><Relationship Type="http://schemas.openxmlformats.org/officeDocument/2006/relationships/slide" Target="/ppt/slides/slide104.xml" Id="R80c194e465964f1c" /><Relationship Type="http://schemas.openxmlformats.org/officeDocument/2006/relationships/slide" Target="/ppt/slides/slide105.xml" Id="R75522c862908486a" /><Relationship Type="http://schemas.openxmlformats.org/officeDocument/2006/relationships/slide" Target="/ppt/slides/slide106.xml" Id="R2729c0fff0f74629" /><Relationship Type="http://schemas.openxmlformats.org/officeDocument/2006/relationships/slide" Target="/ppt/slides/slide107.xml" Id="Rde7e1e168eaa4925" /><Relationship Type="http://schemas.openxmlformats.org/officeDocument/2006/relationships/slide" Target="/ppt/slides/slide108.xml" Id="R03bdf805e73c4b55" /><Relationship Type="http://schemas.openxmlformats.org/officeDocument/2006/relationships/slide" Target="/ppt/slides/slide109.xml" Id="R4e2cd35756a64b1e" /><Relationship Type="http://schemas.openxmlformats.org/officeDocument/2006/relationships/slide" Target="/ppt/slides/slide110.xml" Id="R9ca994f760b74cd7" /><Relationship Type="http://schemas.openxmlformats.org/officeDocument/2006/relationships/slide" Target="/ppt/slides/slide111.xml" Id="R7141638255d54163" /><Relationship Type="http://schemas.openxmlformats.org/officeDocument/2006/relationships/slide" Target="/ppt/slides/slide112.xml" Id="Rc8f7298ff12e41ae" /><Relationship Type="http://schemas.openxmlformats.org/officeDocument/2006/relationships/slide" Target="/ppt/slides/slide113.xml" Id="Radd27eb4437c480b" /><Relationship Type="http://schemas.openxmlformats.org/officeDocument/2006/relationships/slide" Target="/ppt/slides/slide114.xml" Id="R08873c22ac7d417a" /><Relationship Type="http://schemas.openxmlformats.org/officeDocument/2006/relationships/slide" Target="/ppt/slides/slide115.xml" Id="R6e8e6de53bfd4f26" /><Relationship Type="http://schemas.openxmlformats.org/officeDocument/2006/relationships/slide" Target="/ppt/slides/slide116.xml" Id="R1ab850193629402e" /><Relationship Type="http://schemas.openxmlformats.org/officeDocument/2006/relationships/slide" Target="/ppt/slides/slide117.xml" Id="R66328cf26f104be4" /><Relationship Type="http://schemas.openxmlformats.org/officeDocument/2006/relationships/slide" Target="/ppt/slides/slide118.xml" Id="R706c59aac11f4182" /><Relationship Type="http://schemas.openxmlformats.org/officeDocument/2006/relationships/slide" Target="/ppt/slides/slide119.xml" Id="R957d38c1e6034e60" /><Relationship Type="http://schemas.openxmlformats.org/officeDocument/2006/relationships/slide" Target="/ppt/slides/slide120.xml" Id="Rbddbecda2f2a4972" /><Relationship Type="http://schemas.openxmlformats.org/officeDocument/2006/relationships/slide" Target="/ppt/slides/slide121.xml" Id="Ra4a7443094c44ff1" /><Relationship Type="http://schemas.openxmlformats.org/officeDocument/2006/relationships/slide" Target="/ppt/slides/slide122.xml" Id="R7c9cabc8958c4558" /><Relationship Type="http://schemas.openxmlformats.org/officeDocument/2006/relationships/slide" Target="/ppt/slides/slide123.xml" Id="Rcff47f82dd1e4d15" /><Relationship Type="http://schemas.openxmlformats.org/officeDocument/2006/relationships/slide" Target="/ppt/slides/slide124.xml" Id="R8c2914079cca4884" /><Relationship Type="http://schemas.openxmlformats.org/officeDocument/2006/relationships/slide" Target="/ppt/slides/slide125.xml" Id="R52b86f53e83447fe" /><Relationship Type="http://schemas.openxmlformats.org/officeDocument/2006/relationships/slide" Target="/ppt/slides/slide126.xml" Id="Re13d7c3c1cd547cf" /><Relationship Type="http://schemas.openxmlformats.org/officeDocument/2006/relationships/slide" Target="/ppt/slides/slide127.xml" Id="Rf0b14a910d3442f1" /><Relationship Type="http://schemas.openxmlformats.org/officeDocument/2006/relationships/slide" Target="/ppt/slides/slide128.xml" Id="Rf3cec5d1b07144fa" /><Relationship Type="http://schemas.openxmlformats.org/officeDocument/2006/relationships/slide" Target="/ppt/slides/slide129.xml" Id="R00d8e949a4b640af" /><Relationship Type="http://schemas.openxmlformats.org/officeDocument/2006/relationships/slide" Target="/ppt/slides/slide130.xml" Id="R93e3d7cebb694638" /><Relationship Type="http://schemas.openxmlformats.org/officeDocument/2006/relationships/slide" Target="/ppt/slides/slide131.xml" Id="Rf24d3d326b044102" /><Relationship Type="http://schemas.openxmlformats.org/officeDocument/2006/relationships/slide" Target="/ppt/slides/slide132.xml" Id="R7cb95e7bfa3f4cd8" /><Relationship Type="http://schemas.openxmlformats.org/officeDocument/2006/relationships/slide" Target="/ppt/slides/slide133.xml" Id="R31140721402f47e9" /><Relationship Type="http://schemas.openxmlformats.org/officeDocument/2006/relationships/slide" Target="/ppt/slides/slide134.xml" Id="Rf15bbac41fb541b1" /><Relationship Type="http://schemas.openxmlformats.org/officeDocument/2006/relationships/slide" Target="/ppt/slides/slide135.xml" Id="Rb2b7af64bfff4c42" /><Relationship Type="http://schemas.openxmlformats.org/officeDocument/2006/relationships/slide" Target="/ppt/slides/slide136.xml" Id="R2d2bcaa698b74d1c" /><Relationship Type="http://schemas.openxmlformats.org/officeDocument/2006/relationships/slide" Target="/ppt/slides/slide137.xml" Id="R33f178e2ac1a47bc" /><Relationship Type="http://schemas.openxmlformats.org/officeDocument/2006/relationships/slide" Target="/ppt/slides/slide138.xml" Id="Re441532db5344169" /><Relationship Type="http://schemas.openxmlformats.org/officeDocument/2006/relationships/slide" Target="/ppt/slides/slide139.xml" Id="Rf0e46dca80104959" /><Relationship Type="http://schemas.openxmlformats.org/officeDocument/2006/relationships/slide" Target="/ppt/slides/slide140.xml" Id="R7633c2dd8a944265" /><Relationship Type="http://schemas.openxmlformats.org/officeDocument/2006/relationships/slide" Target="/ppt/slides/slide141.xml" Id="R7b07ed426acf4d81" /><Relationship Type="http://schemas.openxmlformats.org/officeDocument/2006/relationships/slide" Target="/ppt/slides/slide142.xml" Id="Rbc18db1b01534072" /><Relationship Type="http://schemas.openxmlformats.org/officeDocument/2006/relationships/slide" Target="/ppt/slides/slide143.xml" Id="R3fc62c5cdc184bc3" /><Relationship Type="http://schemas.openxmlformats.org/officeDocument/2006/relationships/slide" Target="/ppt/slides/slide144.xml" Id="Ra4be38e55637401e" /><Relationship Type="http://schemas.openxmlformats.org/officeDocument/2006/relationships/slide" Target="/ppt/slides/slide145.xml" Id="Rcb7b60c1250849ac" /><Relationship Type="http://schemas.openxmlformats.org/officeDocument/2006/relationships/slide" Target="/ppt/slides/slide146.xml" Id="Rd070894a58a94939" /><Relationship Type="http://schemas.openxmlformats.org/officeDocument/2006/relationships/slide" Target="/ppt/slides/slide147.xml" Id="Rf7b53d481dfa4cda" /><Relationship Type="http://schemas.openxmlformats.org/officeDocument/2006/relationships/slide" Target="/ppt/slides/slide148.xml" Id="Ra4b5736360494dfe" /><Relationship Type="http://schemas.openxmlformats.org/officeDocument/2006/relationships/slide" Target="/ppt/slides/slide149.xml" Id="Rcf06d9e2ece2462b" /><Relationship Type="http://schemas.openxmlformats.org/officeDocument/2006/relationships/slide" Target="/ppt/slides/slide150.xml" Id="R549dca61bbf74f70" /><Relationship Type="http://schemas.openxmlformats.org/officeDocument/2006/relationships/slide" Target="/ppt/slides/slide151.xml" Id="R6368b8d7239a47ff" /><Relationship Type="http://schemas.openxmlformats.org/officeDocument/2006/relationships/slide" Target="/ppt/slides/slide152.xml" Id="R1375037c9ab748b4" /><Relationship Type="http://schemas.openxmlformats.org/officeDocument/2006/relationships/slide" Target="/ppt/slides/slide153.xml" Id="R7ae84a3cbdcf4972" /><Relationship Type="http://schemas.openxmlformats.org/officeDocument/2006/relationships/slide" Target="/ppt/slides/slide154.xml" Id="R0dc308a338ec4549" /><Relationship Type="http://schemas.openxmlformats.org/officeDocument/2006/relationships/slide" Target="/ppt/slides/slide155.xml" Id="R43b24d25d537443e" /><Relationship Type="http://schemas.openxmlformats.org/officeDocument/2006/relationships/slide" Target="/ppt/slides/slide156.xml" Id="R2b5881abbfca45f4" /><Relationship Type="http://schemas.openxmlformats.org/officeDocument/2006/relationships/slide" Target="/ppt/slides/slide157.xml" Id="R2a2578a8644d4958" /><Relationship Type="http://schemas.openxmlformats.org/officeDocument/2006/relationships/slide" Target="/ppt/slides/slide158.xml" Id="Rf765ad1e727045ed" /><Relationship Type="http://schemas.openxmlformats.org/officeDocument/2006/relationships/slide" Target="/ppt/slides/slide159.xml" Id="R4b993548a2314030" /><Relationship Type="http://schemas.openxmlformats.org/officeDocument/2006/relationships/slide" Target="/ppt/slides/slide160.xml" Id="R61e2d912a91040d3" /><Relationship Type="http://schemas.openxmlformats.org/officeDocument/2006/relationships/slide" Target="/ppt/slides/slide161.xml" Id="R11e54db15b8149b3" /><Relationship Type="http://schemas.openxmlformats.org/officeDocument/2006/relationships/slide" Target="/ppt/slides/slide162.xml" Id="R7a492537e0be4027" /><Relationship Type="http://schemas.openxmlformats.org/officeDocument/2006/relationships/slide" Target="/ppt/slides/slide163.xml" Id="R38312d05ac6e42c9" /><Relationship Type="http://schemas.openxmlformats.org/officeDocument/2006/relationships/slide" Target="/ppt/slides/slide164.xml" Id="Rb0805532d3ee4dc4" /><Relationship Type="http://schemas.openxmlformats.org/officeDocument/2006/relationships/slide" Target="/ppt/slides/slide165.xml" Id="R4a283716072c4493" /><Relationship Type="http://schemas.openxmlformats.org/officeDocument/2006/relationships/slide" Target="/ppt/slides/slide166.xml" Id="R8c72e6c575b94c5c" /><Relationship Type="http://schemas.openxmlformats.org/officeDocument/2006/relationships/slide" Target="/ppt/slides/slide167.xml" Id="Rd900c51c8d5043fb" /><Relationship Type="http://schemas.openxmlformats.org/officeDocument/2006/relationships/slide" Target="/ppt/slides/slide168.xml" Id="R8068fd251e08419d" /><Relationship Type="http://schemas.openxmlformats.org/officeDocument/2006/relationships/slide" Target="/ppt/slides/slide169.xml" Id="R90b81673bfd04368" /><Relationship Type="http://schemas.openxmlformats.org/officeDocument/2006/relationships/slide" Target="/ppt/slides/slide170.xml" Id="R0bd150be2c194132" /><Relationship Type="http://schemas.openxmlformats.org/officeDocument/2006/relationships/slide" Target="/ppt/slides/slide171.xml" Id="R435f62dd4d24402d" /><Relationship Type="http://schemas.openxmlformats.org/officeDocument/2006/relationships/slide" Target="/ppt/slides/slide172.xml" Id="Rbea2a19ddc2343cc" /><Relationship Type="http://schemas.openxmlformats.org/officeDocument/2006/relationships/slide" Target="/ppt/slides/slide173.xml" Id="Rd19022575eb84c3b" /><Relationship Type="http://schemas.openxmlformats.org/officeDocument/2006/relationships/slide" Target="/ppt/slides/slide174.xml" Id="R520d215f7900423b" /><Relationship Type="http://schemas.openxmlformats.org/officeDocument/2006/relationships/slide" Target="/ppt/slides/slide175.xml" Id="R328c2e7ff7b845eb" /><Relationship Type="http://schemas.openxmlformats.org/officeDocument/2006/relationships/slide" Target="/ppt/slides/slide176.xml" Id="R146d285117d94556" /><Relationship Type="http://schemas.openxmlformats.org/officeDocument/2006/relationships/slide" Target="/ppt/slides/slide177.xml" Id="R8836eb8a060b4373" /><Relationship Type="http://schemas.openxmlformats.org/officeDocument/2006/relationships/slide" Target="/ppt/slides/slide178.xml" Id="R0d3b52e44f274b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6fd1345cf24a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witchGLOBE Lab Academic">
      <a:dk1>
        <a:srgbClr val="000000"/>
      </a:dk1>
      <a:lt1>
        <a:srgbClr val="FFFFFF"/>
      </a:lt1>
      <a:dk2>
        <a:srgbClr val="123B5D"/>
      </a:dk2>
      <a:lt2>
        <a:srgbClr val="D9E2EA"/>
      </a:lt2>
      <a:accent1>
        <a:srgbClr val="2E74B5"/>
      </a:accent1>
      <a:accent2>
        <a:srgbClr val="288DA4"/>
      </a:accent2>
      <a:accent3>
        <a:srgbClr val="A66000"/>
      </a:accent3>
      <a:accent4>
        <a:srgbClr val="A93A32"/>
      </a:accent4>
      <a:accent5>
        <a:srgbClr val="5F4B8B"/>
      </a:accent5>
      <a:accent6>
        <a:srgbClr val="177B57"/>
      </a:accent6>
      <a:hlink>
        <a:srgbClr val="2E74B5"/>
      </a:hlink>
      <a:folHlink>
        <a:srgbClr val="5F4B8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witchGLOBE Lab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cf30a7a6464937" /><Relationship Type="http://schemas.openxmlformats.org/officeDocument/2006/relationships/notesMaster" Target="/ppt/notesMasters/notesMaster1.xml" Id="R6b99feee2b4c41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22db2f4bfd4fdc" /><Relationship Type="http://schemas.openxmlformats.org/officeDocument/2006/relationships/notesMaster" Target="/ppt/notesMasters/notesMaster1.xml" Id="R5b4a9d25689348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0838bbfde44e1a" /><Relationship Type="http://schemas.openxmlformats.org/officeDocument/2006/relationships/notesMaster" Target="/ppt/notesMasters/notesMaster1.xml" Id="Rb9d985d0f2ee4a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2a045ac4d84883" /><Relationship Type="http://schemas.openxmlformats.org/officeDocument/2006/relationships/notesMaster" Target="/ppt/notesMasters/notesMaster1.xml" Id="Rb6ba10c028ae4c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54712f0bf94f8e" /><Relationship Type="http://schemas.openxmlformats.org/officeDocument/2006/relationships/notesMaster" Target="/ppt/notesMasters/notesMaster1.xml" Id="R04b56b9948514e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f53494f9674c2a" /><Relationship Type="http://schemas.openxmlformats.org/officeDocument/2006/relationships/notesMaster" Target="/ppt/notesMasters/notesMaster1.xml" Id="R2d3080000e0d49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e6381bfb7c493f" /><Relationship Type="http://schemas.openxmlformats.org/officeDocument/2006/relationships/notesMaster" Target="/ppt/notesMasters/notesMaster1.xml" Id="R714250009b0c40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b6577337754e11" /><Relationship Type="http://schemas.openxmlformats.org/officeDocument/2006/relationships/notesMaster" Target="/ppt/notesMasters/notesMaster1.xml" Id="R083c71142fe244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3c2cd4596a4272" /><Relationship Type="http://schemas.openxmlformats.org/officeDocument/2006/relationships/notesMaster" Target="/ppt/notesMasters/notesMaster1.xml" Id="R993d76f98b0947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8eb12eab064010" /><Relationship Type="http://schemas.openxmlformats.org/officeDocument/2006/relationships/notesMaster" Target="/ppt/notesMasters/notesMaster1.xml" Id="Rd50f238ddfd040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85e678093342fd" /><Relationship Type="http://schemas.openxmlformats.org/officeDocument/2006/relationships/notesMaster" Target="/ppt/notesMasters/notesMaster1.xml" Id="R9c707d8691784e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8ae7ed4af54f0b" /><Relationship Type="http://schemas.openxmlformats.org/officeDocument/2006/relationships/notesMaster" Target="/ppt/notesMasters/notesMaster1.xml" Id="Re76cbb5622fb49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d4263406e5423b" /><Relationship Type="http://schemas.openxmlformats.org/officeDocument/2006/relationships/notesMaster" Target="/ppt/notesMasters/notesMaster1.xml" Id="Re6191f1fc4a74c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30df3aa3bc4c0b" /><Relationship Type="http://schemas.openxmlformats.org/officeDocument/2006/relationships/notesMaster" Target="/ppt/notesMasters/notesMaster1.xml" Id="R8f291c6e2bc942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77d2bb429d4f99" /><Relationship Type="http://schemas.openxmlformats.org/officeDocument/2006/relationships/notesMaster" Target="/ppt/notesMasters/notesMaster1.xml" Id="Rd1ba7fcc494b4e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0664d33bda4464" /><Relationship Type="http://schemas.openxmlformats.org/officeDocument/2006/relationships/notesMaster" Target="/ppt/notesMasters/notesMaster1.xml" Id="R539d3415f24d4c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6125ef3c304300" /><Relationship Type="http://schemas.openxmlformats.org/officeDocument/2006/relationships/notesMaster" Target="/ppt/notesMasters/notesMaster1.xml" Id="Re20e60ea9f6944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f0a6782b204974" /><Relationship Type="http://schemas.openxmlformats.org/officeDocument/2006/relationships/notesMaster" Target="/ppt/notesMasters/notesMaster1.xml" Id="R8dea915a115c44e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337062d63324fe1" /><Relationship Type="http://schemas.openxmlformats.org/officeDocument/2006/relationships/notesMaster" Target="/ppt/notesMasters/notesMaster1.xml" Id="R71ee174db9a44b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7f25bdff3004fdd" /><Relationship Type="http://schemas.openxmlformats.org/officeDocument/2006/relationships/notesMaster" Target="/ppt/notesMasters/notesMaster1.xml" Id="R6049d227f4e64a0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3d7d93981154aad" /><Relationship Type="http://schemas.openxmlformats.org/officeDocument/2006/relationships/notesMaster" Target="/ppt/notesMasters/notesMaster1.xml" Id="R011aac2b8ef3407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d25cde94ed4c1d" /><Relationship Type="http://schemas.openxmlformats.org/officeDocument/2006/relationships/notesMaster" Target="/ppt/notesMasters/notesMaster1.xml" Id="Raec342fae695438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a0e64aaa2bc44ea" /><Relationship Type="http://schemas.openxmlformats.org/officeDocument/2006/relationships/notesMaster" Target="/ppt/notesMasters/notesMaster1.xml" Id="R520101d3033b48b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45d4f40f93d4d00" /><Relationship Type="http://schemas.openxmlformats.org/officeDocument/2006/relationships/notesMaster" Target="/ppt/notesMasters/notesMaster1.xml" Id="R0af354573cf741b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bf615b9345c403b" /><Relationship Type="http://schemas.openxmlformats.org/officeDocument/2006/relationships/notesMaster" Target="/ppt/notesMasters/notesMaster1.xml" Id="Rfe85b16331914b7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9a719186a4243c1" /><Relationship Type="http://schemas.openxmlformats.org/officeDocument/2006/relationships/notesMaster" Target="/ppt/notesMasters/notesMaster1.xml" Id="R978a49ccc9244f5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10e0dea6cbd4ec7" /><Relationship Type="http://schemas.openxmlformats.org/officeDocument/2006/relationships/notesMaster" Target="/ppt/notesMasters/notesMaster1.xml" Id="R69c056bd05884c2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2e7424191354efe" /><Relationship Type="http://schemas.openxmlformats.org/officeDocument/2006/relationships/notesMaster" Target="/ppt/notesMasters/notesMaster1.xml" Id="Rf1a8410b31d5425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ed77f49118542aa" /><Relationship Type="http://schemas.openxmlformats.org/officeDocument/2006/relationships/notesMaster" Target="/ppt/notesMasters/notesMaster1.xml" Id="Rd149a9edfda54a2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43d3be25b524c00" /><Relationship Type="http://schemas.openxmlformats.org/officeDocument/2006/relationships/notesMaster" Target="/ppt/notesMasters/notesMaster1.xml" Id="R08013a8e2341486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b969937d77742f1" /><Relationship Type="http://schemas.openxmlformats.org/officeDocument/2006/relationships/notesMaster" Target="/ppt/notesMasters/notesMaster1.xml" Id="R68dae52a4a03406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85424929e3349c6" /><Relationship Type="http://schemas.openxmlformats.org/officeDocument/2006/relationships/notesMaster" Target="/ppt/notesMasters/notesMaster1.xml" Id="R535140ed3e4648a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a5931e8e06e492d" /><Relationship Type="http://schemas.openxmlformats.org/officeDocument/2006/relationships/notesMaster" Target="/ppt/notesMasters/notesMaster1.xml" Id="R4d2b722b4d86429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3f11e7d5263435c" /><Relationship Type="http://schemas.openxmlformats.org/officeDocument/2006/relationships/notesMaster" Target="/ppt/notesMasters/notesMaster1.xml" Id="Rf29749c92b0f402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4e0f3e090fc490d" /><Relationship Type="http://schemas.openxmlformats.org/officeDocument/2006/relationships/notesMaster" Target="/ppt/notesMasters/notesMaster1.xml" Id="Rbb1429f2c9ec421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a6d80d46b194d40" /><Relationship Type="http://schemas.openxmlformats.org/officeDocument/2006/relationships/notesMaster" Target="/ppt/notesMasters/notesMaster1.xml" Id="R7502ce3b3b4149d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805b2cc870741fa" /><Relationship Type="http://schemas.openxmlformats.org/officeDocument/2006/relationships/notesMaster" Target="/ppt/notesMasters/notesMaster1.xml" Id="R24e19875e5c94c3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a7767708d4d4a05" /><Relationship Type="http://schemas.openxmlformats.org/officeDocument/2006/relationships/notesMaster" Target="/ppt/notesMasters/notesMaster1.xml" Id="R9c698cf3b7ab4af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9ff954ba4c34afd" /><Relationship Type="http://schemas.openxmlformats.org/officeDocument/2006/relationships/notesMaster" Target="/ppt/notesMasters/notesMaster1.xml" Id="Radbe4088187441f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971b5177c184de6" /><Relationship Type="http://schemas.openxmlformats.org/officeDocument/2006/relationships/notesMaster" Target="/ppt/notesMasters/notesMaster1.xml" Id="Re6b2461697d744d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4080cd77d644009" /><Relationship Type="http://schemas.openxmlformats.org/officeDocument/2006/relationships/notesMaster" Target="/ppt/notesMasters/notesMaster1.xml" Id="R570909068aa0456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2f6cfa199ea429d" /><Relationship Type="http://schemas.openxmlformats.org/officeDocument/2006/relationships/notesMaster" Target="/ppt/notesMasters/notesMaster1.xml" Id="R9d27f18fb1a8424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a870779685849a4" /><Relationship Type="http://schemas.openxmlformats.org/officeDocument/2006/relationships/notesMaster" Target="/ppt/notesMasters/notesMaster1.xml" Id="R830c94ca657d49d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d4c59327cc940a7" /><Relationship Type="http://schemas.openxmlformats.org/officeDocument/2006/relationships/notesMaster" Target="/ppt/notesMasters/notesMaster1.xml" Id="R8223b932e5a44b3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8e54698e6684258" /><Relationship Type="http://schemas.openxmlformats.org/officeDocument/2006/relationships/notesMaster" Target="/ppt/notesMasters/notesMaster1.xml" Id="R55001449295349b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6892e9f9d674eea" /><Relationship Type="http://schemas.openxmlformats.org/officeDocument/2006/relationships/notesMaster" Target="/ppt/notesMasters/notesMaster1.xml" Id="R1a9bd621f96248f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dfbd11097ba4a83" /><Relationship Type="http://schemas.openxmlformats.org/officeDocument/2006/relationships/notesMaster" Target="/ppt/notesMasters/notesMaster1.xml" Id="R86913d55eb064c4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ce0718f5dc74472" /><Relationship Type="http://schemas.openxmlformats.org/officeDocument/2006/relationships/notesMaster" Target="/ppt/notesMasters/notesMaster1.xml" Id="R80e7c0c3838e4b9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4e7f546f2a84d3d" /><Relationship Type="http://schemas.openxmlformats.org/officeDocument/2006/relationships/notesMaster" Target="/ppt/notesMasters/notesMaster1.xml" Id="R01ff81d600c84ef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83e74a4e5d64e8e" /><Relationship Type="http://schemas.openxmlformats.org/officeDocument/2006/relationships/notesMaster" Target="/ppt/notesMasters/notesMaster1.xml" Id="Rd7fd8d397ee64f8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d5e9096551945f4" /><Relationship Type="http://schemas.openxmlformats.org/officeDocument/2006/relationships/notesMaster" Target="/ppt/notesMasters/notesMaster1.xml" Id="R0535822d401b4ef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c9db906977548b7" /><Relationship Type="http://schemas.openxmlformats.org/officeDocument/2006/relationships/notesMaster" Target="/ppt/notesMasters/notesMaster1.xml" Id="Rba4ab66be11949b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3329220141f42a5" /><Relationship Type="http://schemas.openxmlformats.org/officeDocument/2006/relationships/notesMaster" Target="/ppt/notesMasters/notesMaster1.xml" Id="Rd83e5010557e4f9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565a1e522cf44ae" /><Relationship Type="http://schemas.openxmlformats.org/officeDocument/2006/relationships/notesMaster" Target="/ppt/notesMasters/notesMaster1.xml" Id="R86e99e0f332a4650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e7aff3d0c2d4210" /><Relationship Type="http://schemas.openxmlformats.org/officeDocument/2006/relationships/notesMaster" Target="/ppt/notesMasters/notesMaster1.xml" Id="R1cf111fee380456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7db4df156714fc4" /><Relationship Type="http://schemas.openxmlformats.org/officeDocument/2006/relationships/notesMaster" Target="/ppt/notesMasters/notesMaster1.xml" Id="R0a1a1a72c437449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f904b651cc40473c" /><Relationship Type="http://schemas.openxmlformats.org/officeDocument/2006/relationships/notesMaster" Target="/ppt/notesMasters/notesMaster1.xml" Id="Rd2c61a69cfbb4cc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6daae3c00e94fdf" /><Relationship Type="http://schemas.openxmlformats.org/officeDocument/2006/relationships/notesMaster" Target="/ppt/notesMasters/notesMaster1.xml" Id="R48403a1a54e6422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221b310f991e48af" /><Relationship Type="http://schemas.openxmlformats.org/officeDocument/2006/relationships/notesMaster" Target="/ppt/notesMasters/notesMaster1.xml" Id="R3ab9fb2a6a4a4be2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3c935f49305b4344" /><Relationship Type="http://schemas.openxmlformats.org/officeDocument/2006/relationships/notesMaster" Target="/ppt/notesMasters/notesMaster1.xml" Id="R5e0bd3b573544c3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84866943909403e" /><Relationship Type="http://schemas.openxmlformats.org/officeDocument/2006/relationships/notesMaster" Target="/ppt/notesMasters/notesMaster1.xml" Id="R144f8c3753bd4a83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3c96b4e952042bf" /><Relationship Type="http://schemas.openxmlformats.org/officeDocument/2006/relationships/notesMaster" Target="/ppt/notesMasters/notesMaster1.xml" Id="Rf2a7e186cb9b47c1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df7d2e3482b94bd8" /><Relationship Type="http://schemas.openxmlformats.org/officeDocument/2006/relationships/notesMaster" Target="/ppt/notesMasters/notesMaster1.xml" Id="R2717313c1bda48e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d03aa6770c2745a7" /><Relationship Type="http://schemas.openxmlformats.org/officeDocument/2006/relationships/notesMaster" Target="/ppt/notesMasters/notesMaster1.xml" Id="R410178e513014913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2850a7fac6e64ccc" /><Relationship Type="http://schemas.openxmlformats.org/officeDocument/2006/relationships/notesMaster" Target="/ppt/notesMasters/notesMaster1.xml" Id="R8d7f44ac57bc4df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4e1dd7fff1b2449d" /><Relationship Type="http://schemas.openxmlformats.org/officeDocument/2006/relationships/notesMaster" Target="/ppt/notesMasters/notesMaster1.xml" Id="R549923cdab04479e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3a10b38d41d4f05" /><Relationship Type="http://schemas.openxmlformats.org/officeDocument/2006/relationships/notesMaster" Target="/ppt/notesMasters/notesMaster1.xml" Id="Rbde82754d7f34d57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1c171259150b44c9" /><Relationship Type="http://schemas.openxmlformats.org/officeDocument/2006/relationships/notesMaster" Target="/ppt/notesMasters/notesMaster1.xml" Id="R9f2f9e8fa523407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92ff9da5a5ea4266" /><Relationship Type="http://schemas.openxmlformats.org/officeDocument/2006/relationships/notesMaster" Target="/ppt/notesMasters/notesMaster1.xml" Id="Rf18a1b9308db4f31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3beea7e381db4694" /><Relationship Type="http://schemas.openxmlformats.org/officeDocument/2006/relationships/notesMaster" Target="/ppt/notesMasters/notesMaster1.xml" Id="R8be1b79756224a0e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55818bbf34ca49b4" /><Relationship Type="http://schemas.openxmlformats.org/officeDocument/2006/relationships/notesMaster" Target="/ppt/notesMasters/notesMaster1.xml" Id="R281cb405f35f4b1a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e26c82bd97064b76" /><Relationship Type="http://schemas.openxmlformats.org/officeDocument/2006/relationships/notesMaster" Target="/ppt/notesMasters/notesMaster1.xml" Id="R5ba4cea172b14c4d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871a2c3ebaf94c61" /><Relationship Type="http://schemas.openxmlformats.org/officeDocument/2006/relationships/notesMaster" Target="/ppt/notesMasters/notesMaster1.xml" Id="Rcdfcd00620124565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31872c87265e4921" /><Relationship Type="http://schemas.openxmlformats.org/officeDocument/2006/relationships/notesMaster" Target="/ppt/notesMasters/notesMaster1.xml" Id="Re32c40a1b79a4f6b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c72e80e821d14eb2" /><Relationship Type="http://schemas.openxmlformats.org/officeDocument/2006/relationships/notesMaster" Target="/ppt/notesMasters/notesMaster1.xml" Id="R4578d03d44ad4bcb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1bd935ab45ef43e0" /><Relationship Type="http://schemas.openxmlformats.org/officeDocument/2006/relationships/notesMaster" Target="/ppt/notesMasters/notesMaster1.xml" Id="R90518d543eba436f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f744579395a748a1" /><Relationship Type="http://schemas.openxmlformats.org/officeDocument/2006/relationships/notesMaster" Target="/ppt/notesMasters/notesMaster1.xml" Id="R1f616d48595844c9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cb7b5b1762774cbd" /><Relationship Type="http://schemas.openxmlformats.org/officeDocument/2006/relationships/notesMaster" Target="/ppt/notesMasters/notesMaster1.xml" Id="R9b41b15717d84ba2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2df9d20add7f43ac" /><Relationship Type="http://schemas.openxmlformats.org/officeDocument/2006/relationships/notesMaster" Target="/ppt/notesMasters/notesMaster1.xml" Id="R9fa3d233409e4958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35c5ecee581e4fd6" /><Relationship Type="http://schemas.openxmlformats.org/officeDocument/2006/relationships/notesMaster" Target="/ppt/notesMasters/notesMaster1.xml" Id="R9f568fd9d5924efe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fd2e322decb64c6b" /><Relationship Type="http://schemas.openxmlformats.org/officeDocument/2006/relationships/notesMaster" Target="/ppt/notesMasters/notesMaster1.xml" Id="Reb6814128e424faa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5fe7b83c40c34c96" /><Relationship Type="http://schemas.openxmlformats.org/officeDocument/2006/relationships/notesMaster" Target="/ppt/notesMasters/notesMaster1.xml" Id="R2432a859af8e415a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adf4f60bf3834477" /><Relationship Type="http://schemas.openxmlformats.org/officeDocument/2006/relationships/notesMaster" Target="/ppt/notesMasters/notesMaster1.xml" Id="Rf2676c1dcf9940d3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2640005373a74096" /><Relationship Type="http://schemas.openxmlformats.org/officeDocument/2006/relationships/notesMaster" Target="/ppt/notesMasters/notesMaster1.xml" Id="Rfa72134ba2d94b72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ec6eb0e569c14b79" /><Relationship Type="http://schemas.openxmlformats.org/officeDocument/2006/relationships/notesMaster" Target="/ppt/notesMasters/notesMaster1.xml" Id="R292fc6456e794ba6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cddedb1d2d9b436f" /><Relationship Type="http://schemas.openxmlformats.org/officeDocument/2006/relationships/notesMaster" Target="/ppt/notesMasters/notesMaster1.xml" Id="Rf443f39e29cd4ed2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82cb2afcf4704f2c" /><Relationship Type="http://schemas.openxmlformats.org/officeDocument/2006/relationships/notesMaster" Target="/ppt/notesMasters/notesMaster1.xml" Id="R88418b20656e4ab9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bcea040ef55943f1" /><Relationship Type="http://schemas.openxmlformats.org/officeDocument/2006/relationships/notesMaster" Target="/ppt/notesMasters/notesMaster1.xml" Id="Rbb7dc7988d5c47fb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cf4adaf94a6f4fb1" /><Relationship Type="http://schemas.openxmlformats.org/officeDocument/2006/relationships/notesMaster" Target="/ppt/notesMasters/notesMaster1.xml" Id="Rac8b0c94f9c74d91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aca511203992499f" /><Relationship Type="http://schemas.openxmlformats.org/officeDocument/2006/relationships/notesMaster" Target="/ppt/notesMasters/notesMaster1.xml" Id="Racadfd917a8845eb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322c6cdae7e04cb3" /><Relationship Type="http://schemas.openxmlformats.org/officeDocument/2006/relationships/notesMaster" Target="/ppt/notesMasters/notesMaster1.xml" Id="Red825c3c8d714eda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4fba70a1fd894951" /><Relationship Type="http://schemas.openxmlformats.org/officeDocument/2006/relationships/notesMaster" Target="/ppt/notesMasters/notesMaster1.xml" Id="R2aaacfe1b67b440e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79d77076910040ea" /><Relationship Type="http://schemas.openxmlformats.org/officeDocument/2006/relationships/notesMaster" Target="/ppt/notesMasters/notesMaster1.xml" Id="R9b50ee8b59a94107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cbdd91f4611249be" /><Relationship Type="http://schemas.openxmlformats.org/officeDocument/2006/relationships/notesMaster" Target="/ppt/notesMasters/notesMaster1.xml" Id="Rbdb13e9799874276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c14c3032bad44ade" /><Relationship Type="http://schemas.openxmlformats.org/officeDocument/2006/relationships/notesMaster" Target="/ppt/notesMasters/notesMaster1.xml" Id="Ra1408970a6294c77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fca10e094de14d8e" /><Relationship Type="http://schemas.openxmlformats.org/officeDocument/2006/relationships/notesMaster" Target="/ppt/notesMasters/notesMaster1.xml" Id="R6f02b63b162a4c3c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174080ea23e24522" /><Relationship Type="http://schemas.openxmlformats.org/officeDocument/2006/relationships/notesMaster" Target="/ppt/notesMasters/notesMaster1.xml" Id="Rd0aaeccf3ce84579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666a0d5f83424995" /><Relationship Type="http://schemas.openxmlformats.org/officeDocument/2006/relationships/notesMaster" Target="/ppt/notesMasters/notesMaster1.xml" Id="R3618e4e3b7e64d14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a2bdfbb368da483b" /><Relationship Type="http://schemas.openxmlformats.org/officeDocument/2006/relationships/notesMaster" Target="/ppt/notesMasters/notesMaster1.xml" Id="R9ffd9944281e45ad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a82a0dee766c4114" /><Relationship Type="http://schemas.openxmlformats.org/officeDocument/2006/relationships/notesMaster" Target="/ppt/notesMasters/notesMaster1.xml" Id="R3597975dc57b44a7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9c574c86adb74b64" /><Relationship Type="http://schemas.openxmlformats.org/officeDocument/2006/relationships/notesMaster" Target="/ppt/notesMasters/notesMaster1.xml" Id="R514fa24b9b714150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9ab5d682dbfe4531" /><Relationship Type="http://schemas.openxmlformats.org/officeDocument/2006/relationships/notesMaster" Target="/ppt/notesMasters/notesMaster1.xml" Id="R7d34bb3ad7a14704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07113784eccb412d" /><Relationship Type="http://schemas.openxmlformats.org/officeDocument/2006/relationships/notesMaster" Target="/ppt/notesMasters/notesMaster1.xml" Id="R77bb0689673b4453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3b01db9b28654af0" /><Relationship Type="http://schemas.openxmlformats.org/officeDocument/2006/relationships/notesMaster" Target="/ppt/notesMasters/notesMaster1.xml" Id="R809412e452834b80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2b5db385c2d44182" /><Relationship Type="http://schemas.openxmlformats.org/officeDocument/2006/relationships/notesMaster" Target="/ppt/notesMasters/notesMaster1.xml" Id="Rc94619f25d1b475e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c7dc62942da54112" /><Relationship Type="http://schemas.openxmlformats.org/officeDocument/2006/relationships/notesMaster" Target="/ppt/notesMasters/notesMaster1.xml" Id="Rd29f8806ee7b493d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a44d1151277848c5" /><Relationship Type="http://schemas.openxmlformats.org/officeDocument/2006/relationships/notesMaster" Target="/ppt/notesMasters/notesMaster1.xml" Id="R46ff0b010206491d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89be4560f735474f" /><Relationship Type="http://schemas.openxmlformats.org/officeDocument/2006/relationships/notesMaster" Target="/ppt/notesMasters/notesMaster1.xml" Id="Ra2f95b731cf647a5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6b49f60910ff4760" /><Relationship Type="http://schemas.openxmlformats.org/officeDocument/2006/relationships/notesMaster" Target="/ppt/notesMasters/notesMaster1.xml" Id="R5750473e2c8645c6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13a4a3c39ea445e8" /><Relationship Type="http://schemas.openxmlformats.org/officeDocument/2006/relationships/notesMaster" Target="/ppt/notesMasters/notesMaster1.xml" Id="Rbb937d84acfb48f9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0603839e896e48e2" /><Relationship Type="http://schemas.openxmlformats.org/officeDocument/2006/relationships/notesMaster" Target="/ppt/notesMasters/notesMaster1.xml" Id="R513183afcc404ffd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c735d45c6eb44cdc" /><Relationship Type="http://schemas.openxmlformats.org/officeDocument/2006/relationships/notesMaster" Target="/ppt/notesMasters/notesMaster1.xml" Id="Rc895793bfe5a4020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d98f09226e934cbf" /><Relationship Type="http://schemas.openxmlformats.org/officeDocument/2006/relationships/notesMaster" Target="/ppt/notesMasters/notesMaster1.xml" Id="Re64f28d1dd944a28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ead93331c0e64d97" /><Relationship Type="http://schemas.openxmlformats.org/officeDocument/2006/relationships/notesMaster" Target="/ppt/notesMasters/notesMaster1.xml" Id="R7a2f39656f5847db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5279457b3d9b460f" /><Relationship Type="http://schemas.openxmlformats.org/officeDocument/2006/relationships/notesMaster" Target="/ppt/notesMasters/notesMaster1.xml" Id="R71697a4cb50549c1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82e14adb127746e1" /><Relationship Type="http://schemas.openxmlformats.org/officeDocument/2006/relationships/notesMaster" Target="/ppt/notesMasters/notesMaster1.xml" Id="R727af7053cd747d6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0d7e910540e64546" /><Relationship Type="http://schemas.openxmlformats.org/officeDocument/2006/relationships/notesMaster" Target="/ppt/notesMasters/notesMaster1.xml" Id="R56c49a0d8b30405b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61c16b6819714dfd" /><Relationship Type="http://schemas.openxmlformats.org/officeDocument/2006/relationships/notesMaster" Target="/ppt/notesMasters/notesMaster1.xml" Id="R8ca233c8bc334197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03a0baffc4a7441d" /><Relationship Type="http://schemas.openxmlformats.org/officeDocument/2006/relationships/notesMaster" Target="/ppt/notesMasters/notesMaster1.xml" Id="R83e999886ec74806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99d324daad904331" /><Relationship Type="http://schemas.openxmlformats.org/officeDocument/2006/relationships/notesMaster" Target="/ppt/notesMasters/notesMaster1.xml" Id="R893edd1719ba46a3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e68255a4ca3e45af" /><Relationship Type="http://schemas.openxmlformats.org/officeDocument/2006/relationships/notesMaster" Target="/ppt/notesMasters/notesMaster1.xml" Id="R43bc82348764481e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5998109607114b65" /><Relationship Type="http://schemas.openxmlformats.org/officeDocument/2006/relationships/notesMaster" Target="/ppt/notesMasters/notesMaster1.xml" Id="R4a8dd000577e4045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a7de24a946684b55" /><Relationship Type="http://schemas.openxmlformats.org/officeDocument/2006/relationships/notesMaster" Target="/ppt/notesMasters/notesMaster1.xml" Id="R607165393bb4444a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6e4c39b548c14e46" /><Relationship Type="http://schemas.openxmlformats.org/officeDocument/2006/relationships/notesMaster" Target="/ppt/notesMasters/notesMaster1.xml" Id="R211f0acd34cb4fe2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4cf5159282234800" /><Relationship Type="http://schemas.openxmlformats.org/officeDocument/2006/relationships/notesMaster" Target="/ppt/notesMasters/notesMaster1.xml" Id="Rfcdac49a908d4514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db3e9136c2ae48ea" /><Relationship Type="http://schemas.openxmlformats.org/officeDocument/2006/relationships/notesMaster" Target="/ppt/notesMasters/notesMaster1.xml" Id="R6b124249c9274f2e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3717d6c80c154f6f" /><Relationship Type="http://schemas.openxmlformats.org/officeDocument/2006/relationships/notesMaster" Target="/ppt/notesMasters/notesMaster1.xml" Id="Rbf60a12f4f0b47db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417d9618185c4f79" /><Relationship Type="http://schemas.openxmlformats.org/officeDocument/2006/relationships/notesMaster" Target="/ppt/notesMasters/notesMaster1.xml" Id="R3d1fc5742a1a4f83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08db50d0a41c4548" /><Relationship Type="http://schemas.openxmlformats.org/officeDocument/2006/relationships/notesMaster" Target="/ppt/notesMasters/notesMaster1.xml" Id="R2145ed99ccd14bda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c1060fe65cf14c37" /><Relationship Type="http://schemas.openxmlformats.org/officeDocument/2006/relationships/notesMaster" Target="/ppt/notesMasters/notesMaster1.xml" Id="Rc7393f32cbfd4fe0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0c8515307f0d494c" /><Relationship Type="http://schemas.openxmlformats.org/officeDocument/2006/relationships/notesMaster" Target="/ppt/notesMasters/notesMaster1.xml" Id="R7a3a382750a44f81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1cc7fe38f5c946ac" /><Relationship Type="http://schemas.openxmlformats.org/officeDocument/2006/relationships/notesMaster" Target="/ppt/notesMasters/notesMaster1.xml" Id="R5cb7b84cebb64085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e13737a16d8d4a8a" /><Relationship Type="http://schemas.openxmlformats.org/officeDocument/2006/relationships/notesMaster" Target="/ppt/notesMasters/notesMaster1.xml" Id="R1ecdb647c77449fc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b952a9590f574637" /><Relationship Type="http://schemas.openxmlformats.org/officeDocument/2006/relationships/notesMaster" Target="/ppt/notesMasters/notesMaster1.xml" Id="R32cc7071df3c4000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0635a925960a4492" /><Relationship Type="http://schemas.openxmlformats.org/officeDocument/2006/relationships/notesMaster" Target="/ppt/notesMasters/notesMaster1.xml" Id="R998383f239fa4823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9371e3eff43c4bd4" /><Relationship Type="http://schemas.openxmlformats.org/officeDocument/2006/relationships/notesMaster" Target="/ppt/notesMasters/notesMaster1.xml" Id="R42fed099e15b49fc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4faeafca1e074e82" /><Relationship Type="http://schemas.openxmlformats.org/officeDocument/2006/relationships/notesMaster" Target="/ppt/notesMasters/notesMaster1.xml" Id="R72a18dc6d3394397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e4423673fd8448cf" /><Relationship Type="http://schemas.openxmlformats.org/officeDocument/2006/relationships/notesMaster" Target="/ppt/notesMasters/notesMaster1.xml" Id="R9a0303ebf7a249de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5564ec0d5b524f2f" /><Relationship Type="http://schemas.openxmlformats.org/officeDocument/2006/relationships/notesMaster" Target="/ppt/notesMasters/notesMaster1.xml" Id="Re3ee7459c08942d7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329c283d3c5a442d" /><Relationship Type="http://schemas.openxmlformats.org/officeDocument/2006/relationships/notesMaster" Target="/ppt/notesMasters/notesMaster1.xml" Id="R2b7d20b371434b38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137083dc150a4232" /><Relationship Type="http://schemas.openxmlformats.org/officeDocument/2006/relationships/notesMaster" Target="/ppt/notesMasters/notesMaster1.xml" Id="R524b8b95c9564f32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b4ae3377cb2f4fe1" /><Relationship Type="http://schemas.openxmlformats.org/officeDocument/2006/relationships/notesMaster" Target="/ppt/notesMasters/notesMaster1.xml" Id="Rbc38bfb088a74379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e426c9ebb85a43a7" /><Relationship Type="http://schemas.openxmlformats.org/officeDocument/2006/relationships/notesMaster" Target="/ppt/notesMasters/notesMaster1.xml" Id="Rde77d0c3efd34461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e5ad5ccdb5fe4a19" /><Relationship Type="http://schemas.openxmlformats.org/officeDocument/2006/relationships/notesMaster" Target="/ppt/notesMasters/notesMaster1.xml" Id="R876ca4a72a4a4737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988b5d46d05849af" /><Relationship Type="http://schemas.openxmlformats.org/officeDocument/2006/relationships/notesMaster" Target="/ppt/notesMasters/notesMaster1.xml" Id="R3a323b48b1e04450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3ee1dd28ecbf4216" /><Relationship Type="http://schemas.openxmlformats.org/officeDocument/2006/relationships/notesMaster" Target="/ppt/notesMasters/notesMaster1.xml" Id="R4d0dcdf2b73b4ea9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4e9134ccf341485a" /><Relationship Type="http://schemas.openxmlformats.org/officeDocument/2006/relationships/notesMaster" Target="/ppt/notesMasters/notesMaster1.xml" Id="Rc6623f0967b4491c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5c7795a238e44d80" /><Relationship Type="http://schemas.openxmlformats.org/officeDocument/2006/relationships/notesMaster" Target="/ppt/notesMasters/notesMaster1.xml" Id="R47862d73b40f4618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da5144f2f7a144a4" /><Relationship Type="http://schemas.openxmlformats.org/officeDocument/2006/relationships/notesMaster" Target="/ppt/notesMasters/notesMaster1.xml" Id="Rd90d0bd9e72846ca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a2ed56111f974a75" /><Relationship Type="http://schemas.openxmlformats.org/officeDocument/2006/relationships/notesMaster" Target="/ppt/notesMasters/notesMaster1.xml" Id="R9d4a8d3f5dff4210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144aaa79342b4410" /><Relationship Type="http://schemas.openxmlformats.org/officeDocument/2006/relationships/notesMaster" Target="/ppt/notesMasters/notesMaster1.xml" Id="R2fa026b07f1042bb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7e7e92491bc54baa" /><Relationship Type="http://schemas.openxmlformats.org/officeDocument/2006/relationships/notesMaster" Target="/ppt/notesMasters/notesMaster1.xml" Id="R96d5a273b4e34b10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2c681099e325429b" /><Relationship Type="http://schemas.openxmlformats.org/officeDocument/2006/relationships/notesMaster" Target="/ppt/notesMasters/notesMaster1.xml" Id="Rc74a8aad98e44d22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009aabda51794ea6" /><Relationship Type="http://schemas.openxmlformats.org/officeDocument/2006/relationships/notesMaster" Target="/ppt/notesMasters/notesMaster1.xml" Id="Rd38c3aee980c4dff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2a938c12c9dc46df" /><Relationship Type="http://schemas.openxmlformats.org/officeDocument/2006/relationships/notesMaster" Target="/ppt/notesMasters/notesMaster1.xml" Id="Rbfe36233fddd4d9c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016e48036c3047f4" /><Relationship Type="http://schemas.openxmlformats.org/officeDocument/2006/relationships/notesMaster" Target="/ppt/notesMasters/notesMaster1.xml" Id="R4f1149480c614e32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b13028357c624b08" /><Relationship Type="http://schemas.openxmlformats.org/officeDocument/2006/relationships/notesMaster" Target="/ppt/notesMasters/notesMaster1.xml" Id="R9dc660ece4c84a04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2c5288ed382c436f" /><Relationship Type="http://schemas.openxmlformats.org/officeDocument/2006/relationships/notesMaster" Target="/ppt/notesMasters/notesMaster1.xml" Id="Ra5d9313b05ca44d3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943523bf4f26415d" /><Relationship Type="http://schemas.openxmlformats.org/officeDocument/2006/relationships/notesMaster" Target="/ppt/notesMasters/notesMaster1.xml" Id="Rcb2d55f8e27b4473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b1b847b7b4744b5f" /><Relationship Type="http://schemas.openxmlformats.org/officeDocument/2006/relationships/notesMaster" Target="/ppt/notesMasters/notesMaster1.xml" Id="R7131787bc7544012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1a329c564011484c" /><Relationship Type="http://schemas.openxmlformats.org/officeDocument/2006/relationships/notesMaster" Target="/ppt/notesMasters/notesMaster1.xml" Id="Re574856e1cfb4fe4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b565c6b9078a4abb" /><Relationship Type="http://schemas.openxmlformats.org/officeDocument/2006/relationships/notesMaster" Target="/ppt/notesMasters/notesMaster1.xml" Id="R823778fea5d24ce5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a5c54ad214454e25" /><Relationship Type="http://schemas.openxmlformats.org/officeDocument/2006/relationships/notesMaster" Target="/ppt/notesMasters/notesMaster1.xml" Id="R40ec60e3a37c4580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dcb3c68c5dbf4c06" /><Relationship Type="http://schemas.openxmlformats.org/officeDocument/2006/relationships/notesMaster" Target="/ppt/notesMasters/notesMaster1.xml" Id="Re8efa909cfd44aa9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454024cc38c5449e" /><Relationship Type="http://schemas.openxmlformats.org/officeDocument/2006/relationships/notesMaster" Target="/ppt/notesMasters/notesMaster1.xml" Id="R7bf3a35017b54b85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7122761f1db64940" /><Relationship Type="http://schemas.openxmlformats.org/officeDocument/2006/relationships/notesMaster" Target="/ppt/notesMasters/notesMaster1.xml" Id="Rfc67abea80e54c82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f1ffe928edb74251" /><Relationship Type="http://schemas.openxmlformats.org/officeDocument/2006/relationships/notesMaster" Target="/ppt/notesMasters/notesMaster1.xml" Id="Re5f5a72cfc3848e8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e4553b1a6b7f4ae5" /><Relationship Type="http://schemas.openxmlformats.org/officeDocument/2006/relationships/notesMaster" Target="/ppt/notesMasters/notesMaster1.xml" Id="Rb90d4080a93a410d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8b1401f37fb045ca" /><Relationship Type="http://schemas.openxmlformats.org/officeDocument/2006/relationships/notesMaster" Target="/ppt/notesMasters/notesMaster1.xml" Id="Rfdf763becbb948d0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a07ad6e38ff54337" /><Relationship Type="http://schemas.openxmlformats.org/officeDocument/2006/relationships/notesMaster" Target="/ppt/notesMasters/notesMaster1.xml" Id="Rc6b0507514ce450a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3f4e56b7b4724c80" /><Relationship Type="http://schemas.openxmlformats.org/officeDocument/2006/relationships/notesMaster" Target="/ppt/notesMasters/notesMaster1.xml" Id="R4eaec2888b204fe0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1986326b161c4bf1" /><Relationship Type="http://schemas.openxmlformats.org/officeDocument/2006/relationships/notesMaster" Target="/ppt/notesMasters/notesMaster1.xml" Id="Rab335cf8914a43bd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37f6a83f30ba47fd" /><Relationship Type="http://schemas.openxmlformats.org/officeDocument/2006/relationships/notesMaster" Target="/ppt/notesMasters/notesMaster1.xml" Id="R4deb4ac09595452b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ec98394f462145b9" /><Relationship Type="http://schemas.openxmlformats.org/officeDocument/2006/relationships/notesMaster" Target="/ppt/notesMasters/notesMaster1.xml" Id="R8effb3ad222a49a7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124156d04ab24d57" /><Relationship Type="http://schemas.openxmlformats.org/officeDocument/2006/relationships/notesMaster" Target="/ppt/notesMasters/notesMaster1.xml" Id="R7379a3677b23406e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05957591f30b4431" /><Relationship Type="http://schemas.openxmlformats.org/officeDocument/2006/relationships/notesMaster" Target="/ppt/notesMasters/notesMaster1.xml" Id="Rbd1668e2e67e4f9e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6cdbd18422cb4f01" /><Relationship Type="http://schemas.openxmlformats.org/officeDocument/2006/relationships/notesMaster" Target="/ppt/notesMasters/notesMaster1.xml" Id="R9914ebbbece447d7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907b05e760c14fbd" /><Relationship Type="http://schemas.openxmlformats.org/officeDocument/2006/relationships/notesMaster" Target="/ppt/notesMasters/notesMaster1.xml" Id="Rfd98279ca91c42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--all</a:t>
            </a:r>
          </a:p>
          <a:p xmlns:a="http://schemas.openxmlformats.org/drawingml/2006/main">
            <a:r>
              <a:t>- deliverables/.build/source_main/paper</a:t>
            </a:r>
          </a:p>
          <a:p xmlns:a="http://schemas.openxmlformats.org/drawingml/2006/main">
            <a:r>
              <a:t>- artifacts/**</a:t>
            </a:r>
          </a:p>
          <a:p xmlns:a="http://schemas.openxmlformats.org/drawingml/2006/main">
            <a:r>
              <a:t>- current working tree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artifacts/final_paper_simulation/synthesis/combined_comparison</a:t>
            </a:r>
          </a:p>
          <a:p xmlns:a="http://schemas.openxmlformats.org/drawingml/2006/main">
            <a:r>
              <a:t>- artifacts/final_paper_simulation/full/final_latency_verified</a:t>
            </a:r>
          </a:p>
          <a:p xmlns:a="http://schemas.openxmlformats.org/drawingml/2006/main">
            <a:r>
              <a:t>- artifacts/gated_switchglobe/calibration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This presentation structure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commit c7f60ed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- artifact manifests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deliverables/.build/source_main/paper/current</a:t>
            </a:r>
          </a:p>
          <a:p xmlns:a="http://schemas.openxmlformats.org/drawingml/2006/main">
            <a:r>
              <a:t>- initial README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paper/current/sections/introduction.tex</a:t>
            </a:r>
          </a:p>
          <a:p xmlns:a="http://schemas.openxmlformats.org/drawingml/2006/main">
            <a:r>
              <a:t>- implementations/lite_globe/environment</a:t>
            </a:r>
          </a:p>
          <a:p xmlns:a="http://schemas.openxmlformats.org/drawingml/2006/main">
            <a:r>
              <a:t>- docs/validation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 related work snapshot</a:t>
            </a:r>
          </a:p>
          <a:p xmlns:a="http://schemas.openxmlformats.org/drawingml/2006/main">
            <a:r>
              <a:t>- implementations/lite_globe/baselines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docs/paper_method_summary.md</a:t>
            </a:r>
          </a:p>
          <a:p xmlns:a="http://schemas.openxmlformats.org/drawingml/2006/main">
            <a:r>
              <a:t>- paper/current/manuscript snapshot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synthesis</a:t>
            </a:r>
          </a:p>
          <a:p xmlns:a="http://schemas.openxmlformats.org/drawingml/2006/main">
            <a:r>
              <a:t>- method lineage</a:t>
            </a:r>
          </a:p>
          <a:p xmlns:a="http://schemas.openxmlformats.org/drawingml/2006/main">
            <a:r>
              <a:t>- negative results branches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--all --date=short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--all --reverse</a:t>
            </a:r>
          </a:p>
          <a:p xmlns:a="http://schemas.openxmlformats.org/drawingml/2006/main">
            <a:r>
              <a:t>- initial commit c7f60ed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--all</a:t>
            </a:r>
          </a:p>
          <a:p xmlns:a="http://schemas.openxmlformats.org/drawingml/2006/main">
            <a:r>
              <a:t>- commits 7bcc322, 7f6bacb, 16672ce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initial workspace snapshot</a:t>
            </a:r>
          </a:p>
          <a:p xmlns:a="http://schemas.openxmlformats.org/drawingml/2006/main">
            <a:r>
              <a:t>- implementations/lite_globe/models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 7/8 source</a:t>
            </a:r>
          </a:p>
          <a:p xmlns:a="http://schemas.openxmlformats.org/drawingml/2006/main">
            <a:r>
              <a:t>- docs/paper_method_summary.md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- phase12/phase13 artifacts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branches feature/SWGLBOE, feature/phase13, refactor/EVO+GLOBE, refactor/GLOBE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commit 7f6bacb</a:t>
            </a:r>
          </a:p>
          <a:p xmlns:a="http://schemas.openxmlformats.org/drawingml/2006/main">
            <a:r>
              <a:t>- commit 16672ce</a:t>
            </a:r>
          </a:p>
          <a:p xmlns:a="http://schemas.openxmlformats.org/drawingml/2006/main">
            <a:r>
              <a:t>- acceptance manifests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implementations/lite_globe/models</a:t>
            </a:r>
          </a:p>
          <a:p xmlns:a="http://schemas.openxmlformats.org/drawingml/2006/main">
            <a:r>
              <a:t>- config/switchglobe.yaml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deliverables/.build/source_main/paper/archive/v1_english_phase12/figures/method_overview_pub_preview.png</a:t>
            </a:r>
          </a:p>
          <a:p xmlns:a="http://schemas.openxmlformats.org/drawingml/2006/main">
            <a:r>
              <a:t>- paper method section snapshot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 graph builder</a:t>
            </a:r>
          </a:p>
          <a:p xmlns:a="http://schemas.openxmlformats.org/drawingml/2006/main">
            <a:r>
              <a:t>- routing action mask</a:t>
            </a:r>
          </a:p>
          <a:p xmlns:a="http://schemas.openxmlformats.org/drawingml/2006/main">
            <a:r>
              <a:t>- paper problem formulation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implementations/lite_globe/environment reward</a:t>
            </a:r>
          </a:p>
          <a:p xmlns:a="http://schemas.openxmlformats.org/drawingml/2006/main">
            <a:r>
              <a:t>- evaluation metric definitions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student_policy.py</a:t>
            </a:r>
          </a:p>
          <a:p xmlns:a="http://schemas.openxmlformats.org/drawingml/2006/main">
            <a:r>
              <a:t>- observation builder</a:t>
            </a:r>
          </a:p>
          <a:p xmlns:a="http://schemas.openxmlformats.org/drawingml/2006/main">
            <a:r>
              <a:t>- feature schema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implementations/lite_globe/models/teacher_policy.py</a:t>
            </a:r>
          </a:p>
          <a:p xmlns:a="http://schemas.openxmlformats.org/drawingml/2006/main">
            <a:r>
              <a:t>- PPO 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PPO implementation defaults</a:t>
            </a:r>
          </a:p>
          <a:p xmlns:a="http://schemas.openxmlformats.org/drawingml/2006/main">
            <a:r>
              <a:t>- config training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distillation dataset code</a:t>
            </a:r>
          </a:p>
          <a:p xmlns:a="http://schemas.openxmlformats.org/drawingml/2006/main">
            <a:r>
              <a:t>- grouped split tests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distillation trainer</a:t>
            </a:r>
          </a:p>
          <a:p xmlns:a="http://schemas.openxmlformats.org/drawingml/2006/main">
            <a:r>
              <a:t>- student finetune</a:t>
            </a:r>
          </a:p>
          <a:p xmlns:a="http://schemas.openxmlformats.org/drawingml/2006/main">
            <a:r>
              <a:t>- risk oracle loss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student_policy.py</a:t>
            </a:r>
          </a:p>
          <a:p xmlns:a="http://schemas.openxmlformats.org/drawingml/2006/main">
            <a:r>
              <a:t>- predictive student 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GeoResidualKDStudentPolicy</a:t>
            </a:r>
          </a:p>
          <a:p xmlns:a="http://schemas.openxmlformats.org/drawingml/2006/main">
            <a:r>
              <a:t>- paper method equations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candidate_risk_features</a:t>
            </a:r>
          </a:p>
          <a:p xmlns:a="http://schemas.openxmlformats.org/drawingml/2006/main">
            <a:r>
              <a:t>- predictive policy source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PredictiveKDStudentPolicy</a:t>
            </a:r>
          </a:p>
          <a:p xmlns:a="http://schemas.openxmlformats.org/drawingml/2006/main">
            <a:r>
              <a:t>- phase11 artifacts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config/switchglobe.yaml</a:t>
            </a:r>
          </a:p>
          <a:p xmlns:a="http://schemas.openxmlformats.org/drawingml/2006/main">
            <a:r>
              <a:t>- SwitchGlobePolicy._danger_score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SwitchGlobePolicy.decide</a:t>
            </a:r>
          </a:p>
          <a:p xmlns:a="http://schemas.openxmlformats.org/drawingml/2006/main">
            <a:r>
              <a:t>- switch diagnostics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config/switchglobe.yaml</a:t>
            </a:r>
          </a:p>
          <a:p xmlns:a="http://schemas.openxmlformats.org/drawingml/2006/main">
            <a:r>
              <a:t>- calibration selection code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deployment bundle</a:t>
            </a:r>
          </a:p>
          <a:p xmlns:a="http://schemas.openxmlformats.org/drawingml/2006/main">
            <a:r>
              <a:t>- student policy inputs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SwitchGlobePolicy.decide pseudocode derived from current source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example; values are pedagogical, not an experimental row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final_latency_verified/aggregate_statistics.csv</a:t>
            </a:r>
          </a:p>
          <a:p xmlns:a="http://schemas.openxmlformats.org/drawingml/2006/main">
            <a:r>
              <a:t>- model parameter audit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</a:t>
            </a:r>
          </a:p>
          <a:p xmlns:a="http://schemas.openxmlformats.org/drawingml/2006/main">
            <a:r>
              <a:t>- artifacts/external_comparison_*</a:t>
            </a:r>
          </a:p>
          <a:p xmlns:a="http://schemas.openxmlformats.org/drawingml/2006/main">
            <a:r>
              <a:t>- evaluation source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external manifests</a:t>
            </a:r>
          </a:p>
          <a:p xmlns:a="http://schemas.openxmlformats.org/drawingml/2006/main">
            <a:r>
              <a:t>- ablation manifests</a:t>
            </a:r>
          </a:p>
          <a:p xmlns:a="http://schemas.openxmlformats.org/drawingml/2006/main">
            <a:r>
              <a:t>- combined comparison README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evaluation scenario registry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evaluation scenario registry</a:t>
            </a:r>
          </a:p>
          <a:p xmlns:a="http://schemas.openxmlformats.org/drawingml/2006/main">
            <a:r>
              <a:t>- predictive break configs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baseline provenance files</a:t>
            </a:r>
          </a:p>
          <a:p xmlns:a="http://schemas.openxmlformats.org/drawingml/2006/main">
            <a:r>
              <a:t>- external comparison acceptance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metric schema</a:t>
            </a:r>
          </a:p>
          <a:p xmlns:a="http://schemas.openxmlformats.org/drawingml/2006/main">
            <a:r>
              <a:t>- combined comparison caveats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manifest validation logs</a:t>
            </a:r>
          </a:p>
          <a:p xmlns:a="http://schemas.openxmlformats.org/drawingml/2006/main">
            <a:r>
              <a:t>- pytest tests/lite_globe, 2026-09-04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combined comparison table</a:t>
            </a:r>
          </a:p>
          <a:p xmlns:a="http://schemas.openxmlformats.org/drawingml/2006/main">
            <a:r>
              <a:t>- paired aggregate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artifacts/final_paper_simulation/synthesis/combined_comparison/tables/combined_comparison.md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artifacts/final_paper_simulation/synthesis/combined_comparison/figures/fig_combined_pdr_deadline_energy_by_method.png</a:t>
            </a:r>
          </a:p>
          <a:p xmlns:a="http://schemas.openxmlformats.org/drawingml/2006/main">
            <a:r>
              <a:t>- combined comparison tables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artifacts/external_comparison_analysis/figure_scenario_gain_heatmap.png</a:t>
            </a:r>
          </a:p>
          <a:p xmlns:a="http://schemas.openxmlformats.org/drawingml/2006/main">
            <a:r>
              <a:t>- external_comparison_analysis/README.md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analysis_8method_and_ablation</a:t>
            </a:r>
          </a:p>
          <a:p xmlns:a="http://schemas.openxmlformats.org/drawingml/2006/main">
            <a:r>
              <a:t>- artifacts/final_paper_simulation/full/final_latency_verified/latency_p95_cpu.png</a:t>
            </a:r>
          </a:p>
          <a:p xmlns:a="http://schemas.openxmlformats.org/drawingml/2006/main">
            <a:r>
              <a:t>- Phase C acceptance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external analysis limitation</a:t>
            </a:r>
          </a:p>
          <a:p xmlns:a="http://schemas.openxmlformats.org/drawingml/2006/main">
            <a:r>
              <a:t>- gated_switchglobe calibration statistics</a:t>
            </a:r>
          </a:p>
          <a:p xmlns:a="http://schemas.openxmlformats.org/drawingml/2006/main">
            <a:r>
              <a:t>- current git diff</a:t>
            </a:r>
          </a:p>
          <a:p xmlns:a="http://schemas.openxmlformats.org/drawingml/2006/main">
            <a:r>
              <a:t>- 125 passing tests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all local project context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build source map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branch -avv</a:t>
            </a:r>
          </a:p>
          <a:p xmlns:a="http://schemas.openxmlformats.org/drawingml/2006/main">
            <a:r>
              <a:t>- git show-ref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patch-id comparison</a:t>
            </a:r>
          </a:p>
          <a:p xmlns:a="http://schemas.openxmlformats.org/drawingml/2006/main">
            <a:r>
              <a:t>- figure SHA-256 inventory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--all --date=short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--all</a:t>
            </a:r>
          </a:p>
          <a:p xmlns:a="http://schemas.openxmlformats.org/drawingml/2006/main">
            <a:r>
              <a:t>- current git diff</a:t>
            </a:r>
          </a:p>
          <a:p xmlns:a="http://schemas.openxmlformats.org/drawingml/2006/main">
            <a:r>
              <a:t>- gated_switchglobe artifacts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method_history</a:t>
            </a:r>
          </a:p>
          <a:p xmlns:a="http://schemas.openxmlformats.org/drawingml/2006/main">
            <a:r>
              <a:t>- source modules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method_history</a:t>
            </a:r>
          </a:p>
          <a:p xmlns:a="http://schemas.openxmlformats.org/drawingml/2006/main">
            <a:r>
              <a:t>- phase artifacts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config/switchglobe.yaml</a:t>
            </a:r>
          </a:p>
          <a:p xmlns:a="http://schemas.openxmlformats.org/drawingml/2006/main">
            <a:r>
              <a:t>- PPO defaults</a:t>
            </a:r>
          </a:p>
          <a:p xmlns:a="http://schemas.openxmlformats.org/drawingml/2006/main">
            <a:r>
              <a:t>- latency manifest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 PPO and distillation source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SwitchGlobePolicy source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environment source</a:t>
            </a:r>
          </a:p>
          <a:p xmlns:a="http://schemas.openxmlformats.org/drawingml/2006/main">
            <a:r>
              <a:t>- historical manuscript snapshot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figure SHA-256 inventory generated during build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artifacts/final_paper_simulation/synthesis/combined_comparison/figures/fig_combined_connected_pdr_by_method.png</a:t>
            </a:r>
          </a:p>
          <a:p xmlns:a="http://schemas.openxmlformats.org/drawingml/2006/main">
            <a:r>
              <a:t>- artifacts/final_paper_simulation/synthesis/combined_comparison/figures/fig_combined_deadline_ratio_by_method.png</a:t>
            </a:r>
          </a:p>
          <a:p xmlns:a="http://schemas.openxmlformats.org/drawingml/2006/main">
            <a:r>
              <a:t>- artifacts/final_paper_simulation/synthesis/combined_comparison/figures/fig_combined_pdr_deadline_energy_by_method.png</a:t>
            </a:r>
          </a:p>
          <a:p xmlns:a="http://schemas.openxmlformats.org/drawingml/2006/main">
            <a:r>
              <a:t>- artifacts/final_paper_simulation/full/ablation/figures/connected_pair_pdr.png</a:t>
            </a:r>
          </a:p>
          <a:p xmlns:a="http://schemas.openxmlformats.org/drawingml/2006/main">
            <a:r>
              <a:t>- artifacts/final_paper_simulation/full/ablation/figures/energy_per_delivered_packet.png</a:t>
            </a:r>
          </a:p>
          <a:p xmlns:a="http://schemas.openxmlformats.org/drawingml/2006/main">
            <a:r>
              <a:t>- artifacts/final_paper_simulation/full/ablation/figures/p95_success_delay.png</a:t>
            </a:r>
          </a:p>
          <a:p xmlns:a="http://schemas.openxmlformats.org/drawingml/2006/main">
            <a:r>
              <a:t>- artifacts/final_paper_simulation/full/ablation/figures/switch_activation_rate.png</a:t>
            </a:r>
          </a:p>
          <a:p xmlns:a="http://schemas.openxmlformats.org/drawingml/2006/main">
            <a:r>
              <a:t>- artifacts/final_paper_simulation/full/analysis_8method_and_ablation/figures/ablation_component_effects.png</a:t>
            </a:r>
          </a:p>
          <a:p xmlns:a="http://schemas.openxmlformats.org/drawingml/2006/main">
            <a:r>
              <a:t>- artifacts/final_paper_simulation/full/analysis_8method_and_ablation/figures/ablation_metrics/connected_pair_pdr.png</a:t>
            </a:r>
          </a:p>
          <a:p xmlns:a="http://schemas.openxmlformats.org/drawingml/2006/main">
            <a:r>
              <a:t>- artifacts/final_paper_simulation/full/analysis_8method_and_ablation/figures/ablation_metrics/deadline_delivery_ratio.png</a:t>
            </a:r>
          </a:p>
          <a:p xmlns:a="http://schemas.openxmlformats.org/drawingml/2006/main">
            <a:r>
              <a:t>- artifacts/final_paper_simulation/full/analysis_8method_and_ablation/figures/ablation_metrics/drop_rate.png</a:t>
            </a:r>
          </a:p>
          <a:p xmlns:a="http://schemas.openxmlformats.org/drawingml/2006/main">
            <a:r>
              <a:t>- artifacts/final_paper_simulation/full/analysis_8method_and_ablation/figures/ablation_metrics/energy_per_delivered_packet.png</a:t>
            </a:r>
          </a:p>
          <a:p xmlns:a="http://schemas.openxmlformats.org/drawingml/2006/main">
            <a:r>
              <a:t>- artifacts/final_paper_simulation/full/analysis_8method_and_ablation/figures/ablation_metrics/late_delivery_ratio.png</a:t>
            </a:r>
          </a:p>
          <a:p xmlns:a="http://schemas.openxmlformats.org/drawingml/2006/main">
            <a:r>
              <a:t>- artifacts/final_paper_simulation/full/analysis_8method_and_ablation/figures/ablation_metrics/loop_rate.png</a:t>
            </a:r>
          </a:p>
          <a:p xmlns:a="http://schemas.openxmlformats.org/drawingml/2006/main">
            <a:r>
              <a:t>- artifacts/final_paper_simulation/full/analysis_8method_and_ablation/figures/ablation_metrics/mean_control_bytes.png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artifacts/final_paper_simulation/full/analysis_8method_and_ablation/figures/ablation_metrics/mean_control_messages.png</a:t>
            </a:r>
          </a:p>
          <a:p xmlns:a="http://schemas.openxmlformats.org/drawingml/2006/main">
            <a:r>
              <a:t>- artifacts/final_paper_simulation/full/analysis_8method_and_ablation/figures/ablation_metrics/mean_local_observation_bytes.png</a:t>
            </a:r>
          </a:p>
          <a:p xmlns:a="http://schemas.openxmlformats.org/drawingml/2006/main">
            <a:r>
              <a:t>- artifacts/final_paper_simulation/full/analysis_8method_and_ablation/figures/ablation_metrics/mean_path_stretch.png</a:t>
            </a:r>
          </a:p>
          <a:p xmlns:a="http://schemas.openxmlformats.org/drawingml/2006/main">
            <a:r>
              <a:t>- artifacts/final_paper_simulation/full/analysis_8method_and_ablation/figures/ablation_metrics/mean_policy_input_bytes.png</a:t>
            </a:r>
          </a:p>
          <a:p xmlns:a="http://schemas.openxmlformats.org/drawingml/2006/main">
            <a:r>
              <a:t>- artifacts/final_paper_simulation/full/analysis_8method_and_ablation/figures/ablation_metrics/mean_reward.png</a:t>
            </a:r>
          </a:p>
          <a:p xmlns:a="http://schemas.openxmlformats.org/drawingml/2006/main">
            <a:r>
              <a:t>- artifacts/final_paper_simulation/full/analysis_8method_and_ablation/figures/ablation_metrics/mean_success_delay_steps.png</a:t>
            </a:r>
          </a:p>
          <a:p xmlns:a="http://schemas.openxmlformats.org/drawingml/2006/main">
            <a:r>
              <a:t>- artifacts/final_paper_simulation/full/analysis_8method_and_ablation/figures/ablation_metrics/mean_throughput.png</a:t>
            </a:r>
          </a:p>
          <a:p xmlns:a="http://schemas.openxmlformats.org/drawingml/2006/main">
            <a:r>
              <a:t>- artifacts/final_paper_simulation/full/analysis_8method_and_ablation/figures/ablation_metrics/mean_transmission_attempts.png</a:t>
            </a:r>
          </a:p>
          <a:p xmlns:a="http://schemas.openxmlformats.org/drawingml/2006/main">
            <a:r>
              <a:t>- artifacts/final_paper_simulation/full/analysis_8method_and_ablation/figures/ablation_metrics/overall_pdr.png</a:t>
            </a:r>
          </a:p>
          <a:p xmlns:a="http://schemas.openxmlformats.org/drawingml/2006/main">
            <a:r>
              <a:t>- artifacts/final_paper_simulation/full/analysis_8method_and_ablation/figures/ablation_metrics/p95_success_delay_steps.png</a:t>
            </a:r>
          </a:p>
          <a:p xmlns:a="http://schemas.openxmlformats.org/drawingml/2006/main">
            <a:r>
              <a:t>- artifacts/final_paper_simulation/full/analysis_8method_and_ablation/figures/ablation_metrics/switch_activation_rate.png</a:t>
            </a:r>
          </a:p>
          <a:p xmlns:a="http://schemas.openxmlformats.org/drawingml/2006/main">
            <a:r>
              <a:t>- artifacts/final_paper_simulation/full/analysis_8method_and_ablation/figures/ablation_primary_metrics.png</a:t>
            </a:r>
          </a:p>
          <a:p xmlns:a="http://schemas.openxmlformats.org/drawingml/2006/main">
            <a:r>
              <a:t>- artifacts/final_paper_simulation/full/analysis_8method_and_ablation/figures/deployment_metrics/input_bytes.png</a:t>
            </a:r>
          </a:p>
          <a:p xmlns:a="http://schemas.openxmlformats.org/drawingml/2006/main">
            <a:r>
              <a:t>- artifacts/final_paper_simulation/full/analysis_8method_and_ablation/figures/deployment_metrics/latency_p50_ms.png</a:t>
            </a:r>
          </a:p>
          <a:p xmlns:a="http://schemas.openxmlformats.org/drawingml/2006/main">
            <a:r>
              <a:t>- artifacts/final_paper_simulation/full/analysis_8method_and_ablation/figures/deployment_metrics/latency_p95_ms.png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artifacts/final_paper_simulation/full/analysis_8method_and_ablation/figures/deployment_metrics/latency_p99_ms.png</a:t>
            </a:r>
          </a:p>
          <a:p xmlns:a="http://schemas.openxmlformats.org/drawingml/2006/main">
            <a:r>
              <a:t>- artifacts/final_paper_simulation/full/analysis_8method_and_ablation/figures/deployment_metrics/mean_latency_ms.png</a:t>
            </a:r>
          </a:p>
          <a:p xmlns:a="http://schemas.openxmlformats.org/drawingml/2006/main">
            <a:r>
              <a:t>- artifacts/final_paper_simulation/full/analysis_8method_and_ablation/figures/deployment_metrics/parameter_count.png</a:t>
            </a:r>
          </a:p>
          <a:p xmlns:a="http://schemas.openxmlformats.org/drawingml/2006/main">
            <a:r>
              <a:t>- artifacts/final_paper_simulation/full/analysis_8method_and_ablation/figures/deployment_metrics/peak_python_memory_bytes.png</a:t>
            </a:r>
          </a:p>
          <a:p xmlns:a="http://schemas.openxmlformats.org/drawingml/2006/main">
            <a:r>
              <a:t>- artifacts/final_paper_simulation/full/analysis_8method_and_ablation/figures/deployment_metrics/serialized_model_bytes.png</a:t>
            </a:r>
          </a:p>
          <a:p xmlns:a="http://schemas.openxmlformats.org/drawingml/2006/main">
            <a:r>
              <a:t>- artifacts/final_paper_simulation/full/analysis_8method_and_ablation/figures/external_metrics/connected_pair_pdr.png</a:t>
            </a:r>
          </a:p>
          <a:p xmlns:a="http://schemas.openxmlformats.org/drawingml/2006/main">
            <a:r>
              <a:t>- artifacts/final_paper_simulation/full/analysis_8method_and_ablation/figures/external_metrics/deadline_delivery_ratio.png</a:t>
            </a:r>
          </a:p>
          <a:p xmlns:a="http://schemas.openxmlformats.org/drawingml/2006/main">
            <a:r>
              <a:t>- artifacts/final_paper_simulation/full/analysis_8method_and_ablation/figures/external_metrics/drop_rate.png</a:t>
            </a:r>
          </a:p>
          <a:p xmlns:a="http://schemas.openxmlformats.org/drawingml/2006/main">
            <a:r>
              <a:t>- artifacts/final_paper_simulation/full/analysis_8method_and_ablation/figures/external_metrics/energy_per_delivered_packet.png</a:t>
            </a:r>
          </a:p>
          <a:p xmlns:a="http://schemas.openxmlformats.org/drawingml/2006/main">
            <a:r>
              <a:t>- artifacts/final_paper_simulation/full/analysis_8method_and_ablation/figures/external_metrics/late_delivery_ratio.png</a:t>
            </a:r>
          </a:p>
          <a:p xmlns:a="http://schemas.openxmlformats.org/drawingml/2006/main">
            <a:r>
              <a:t>- artifacts/final_paper_simulation/full/analysis_8method_and_ablation/figures/external_metrics/loop_rate.png</a:t>
            </a:r>
          </a:p>
          <a:p xmlns:a="http://schemas.openxmlformats.org/drawingml/2006/main">
            <a:r>
              <a:t>- artifacts/final_paper_simulation/full/analysis_8method_and_ablation/figures/external_metrics/mean_control_bytes.png</a:t>
            </a:r>
          </a:p>
          <a:p xmlns:a="http://schemas.openxmlformats.org/drawingml/2006/main">
            <a:r>
              <a:t>- artifacts/final_paper_simulation/full/analysis_8method_and_ablation/figures/external_metrics/mean_control_messages.png</a:t>
            </a:r>
          </a:p>
          <a:p xmlns:a="http://schemas.openxmlformats.org/drawingml/2006/main">
            <a:r>
              <a:t>- artifacts/final_paper_simulation/full/analysis_8method_and_ablation/figures/external_metrics/mean_local_observation_bytes.png</a:t>
            </a:r>
          </a:p>
          <a:p xmlns:a="http://schemas.openxmlformats.org/drawingml/2006/main">
            <a:r>
              <a:t>- artifacts/final_paper_simulation/full/analysis_8method_and_ablation/figures/external_metrics/mean_path_stretch.png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artifacts/final_paper_simulation/full/analysis_8method_and_ablation/figures/external_metrics/mean_policy_input_bytes.png</a:t>
            </a:r>
          </a:p>
          <a:p xmlns:a="http://schemas.openxmlformats.org/drawingml/2006/main">
            <a:r>
              <a:t>- artifacts/final_paper_simulation/full/analysis_8method_and_ablation/figures/external_metrics/mean_reward.png</a:t>
            </a:r>
          </a:p>
          <a:p xmlns:a="http://schemas.openxmlformats.org/drawingml/2006/main">
            <a:r>
              <a:t>- artifacts/final_paper_simulation/full/analysis_8method_and_ablation/figures/external_metrics/mean_success_delay_steps.png</a:t>
            </a:r>
          </a:p>
          <a:p xmlns:a="http://schemas.openxmlformats.org/drawingml/2006/main">
            <a:r>
              <a:t>- artifacts/final_paper_simulation/full/analysis_8method_and_ablation/figures/external_metrics/mean_throughput.png</a:t>
            </a:r>
          </a:p>
          <a:p xmlns:a="http://schemas.openxmlformats.org/drawingml/2006/main">
            <a:r>
              <a:t>- artifacts/final_paper_simulation/full/analysis_8method_and_ablation/figures/external_metrics/mean_transmission_attempts.png</a:t>
            </a:r>
          </a:p>
          <a:p xmlns:a="http://schemas.openxmlformats.org/drawingml/2006/main">
            <a:r>
              <a:t>- artifacts/final_paper_simulation/full/analysis_8method_and_ablation/figures/external_metrics/overall_pdr.png</a:t>
            </a:r>
          </a:p>
          <a:p xmlns:a="http://schemas.openxmlformats.org/drawingml/2006/main">
            <a:r>
              <a:t>- artifacts/final_paper_simulation/full/analysis_8method_and_ablation/figures/external_metrics/p95_success_delay_steps.png</a:t>
            </a:r>
          </a:p>
          <a:p xmlns:a="http://schemas.openxmlformats.org/drawingml/2006/main">
            <a:r>
              <a:t>- artifacts/final_paper_simulation/full/analysis_8method_and_ablation/figures/external_metrics/switch_activation_rate.png</a:t>
            </a:r>
          </a:p>
          <a:p xmlns:a="http://schemas.openxmlformats.org/drawingml/2006/main">
            <a:r>
              <a:t>- artifacts/final_paper_simulation/full/analysis_8method_and_ablation/figures/external_primary_metrics.png</a:t>
            </a:r>
          </a:p>
          <a:p xmlns:a="http://schemas.openxmlformats.org/drawingml/2006/main">
            <a:r>
              <a:t>- artifacts/final_paper_simulation/full/baselines_with_fast/figures/connected_pair_pdr.png</a:t>
            </a:r>
          </a:p>
          <a:p xmlns:a="http://schemas.openxmlformats.org/drawingml/2006/main">
            <a:r>
              <a:t>- artifacts/final_paper_simulation/full/baselines_with_fast/figures/decision_latency_p95_ms.png</a:t>
            </a:r>
          </a:p>
          <a:p xmlns:a="http://schemas.openxmlformats.org/drawingml/2006/main">
            <a:r>
              <a:t>- artifacts/final_paper_simulation/full/baselines_with_fast/figures/energy_per_delivered_packet.png</a:t>
            </a:r>
          </a:p>
          <a:p xmlns:a="http://schemas.openxmlformats.org/drawingml/2006/main">
            <a:r>
              <a:t>- artifacts/final_paper_simulation/full/baselines_with_fast/figures/p95_success_delay.png</a:t>
            </a:r>
          </a:p>
          <a:p xmlns:a="http://schemas.openxmlformats.org/drawingml/2006/main">
            <a:r>
              <a:t>- artifacts/final_paper_simulation/full/baselines/figures/connected_pair_pdr.png</a:t>
            </a:r>
          </a:p>
          <a:p xmlns:a="http://schemas.openxmlformats.org/drawingml/2006/main">
            <a:r>
              <a:t>- artifacts/final_paper_simulation/full/baselines/figures/decision_latency_p95_ms.png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artifacts/final_paper_simulation/full/baselines/figures/energy_per_delivered_packet.png</a:t>
            </a:r>
          </a:p>
          <a:p xmlns:a="http://schemas.openxmlformats.org/drawingml/2006/main">
            <a:r>
              <a:t>- artifacts/final_paper_simulation/full/baselines/figures/p95_success_delay.png</a:t>
            </a:r>
          </a:p>
          <a:p xmlns:a="http://schemas.openxmlformats.org/drawingml/2006/main">
            <a:r>
              <a:t>- artifacts/final_paper_simulation/full/final_latency_verified/latency_p95_cpu.png</a:t>
            </a:r>
          </a:p>
          <a:p xmlns:a="http://schemas.openxmlformats.org/drawingml/2006/main">
            <a:r>
              <a:t>- artifacts/final_paper_simulation/full/final_latency_verified/latency_p95_cuda.png</a:t>
            </a:r>
          </a:p>
          <a:p xmlns:a="http://schemas.openxmlformats.org/drawingml/2006/main">
            <a:r>
              <a:t>- artifacts/external_comparison_final_acceptance/smoke/seeds_42/figures/connected_pair_pdr.png</a:t>
            </a:r>
          </a:p>
          <a:p xmlns:a="http://schemas.openxmlformats.org/drawingml/2006/main">
            <a:r>
              <a:t>- artifacts/external_comparison_final_acceptance/smoke/seeds_42/figures/decision_latency_p95_ms.png</a:t>
            </a:r>
          </a:p>
          <a:p xmlns:a="http://schemas.openxmlformats.org/drawingml/2006/main">
            <a:r>
              <a:t>- artifacts/external_comparison_final_acceptance/smoke/seeds_42/figures/energy_per_delivered_packet.png</a:t>
            </a:r>
          </a:p>
          <a:p xmlns:a="http://schemas.openxmlformats.org/drawingml/2006/main">
            <a:r>
              <a:t>- artifacts/external_comparison_final_acceptance/smoke/seeds_42/figures/p95_success_delay.png</a:t>
            </a:r>
          </a:p>
          <a:p xmlns:a="http://schemas.openxmlformats.org/drawingml/2006/main">
            <a:r>
              <a:t>- artifacts/external_comparison_acceptance/smoke/seeds_42/figures/connected_pair_pdr.png</a:t>
            </a:r>
          </a:p>
          <a:p xmlns:a="http://schemas.openxmlformats.org/drawingml/2006/main">
            <a:r>
              <a:t>- artifacts/external_comparison_acceptance/smoke/seeds_42/figures/decision_latency_p95_ms.png</a:t>
            </a:r>
          </a:p>
          <a:p xmlns:a="http://schemas.openxmlformats.org/drawingml/2006/main">
            <a:r>
              <a:t>- artifacts/external_comparison_acceptance/smoke/seeds_42/figures/energy_per_delivered_packet.png</a:t>
            </a:r>
          </a:p>
          <a:p xmlns:a="http://schemas.openxmlformats.org/drawingml/2006/main">
            <a:r>
              <a:t>- artifacts/external_comparison_acceptance/smoke/seeds_42/figures/p95_success_delay.png</a:t>
            </a:r>
          </a:p>
          <a:p xmlns:a="http://schemas.openxmlformats.org/drawingml/2006/main">
            <a:r>
              <a:t>- artifacts/external_comparison_analysis/figure_directional_gain_forest.png</a:t>
            </a:r>
          </a:p>
          <a:p xmlns:a="http://schemas.openxmlformats.org/drawingml/2006/main">
            <a:r>
              <a:t>- artifacts/external_comparison_analysis/figure_metric_panels.png</a:t>
            </a:r>
          </a:p>
          <a:p xmlns:a="http://schemas.openxmlformats.org/drawingml/2006/main">
            <a:r>
              <a:t>- artifacts/external_comparison_analysis/figure_scenario_gain_heatmap.png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artifacts/external_comparison_validation/smoke/seeds_42/figures/connected_pair_pdr.png</a:t>
            </a:r>
          </a:p>
          <a:p xmlns:a="http://schemas.openxmlformats.org/drawingml/2006/main">
            <a:r>
              <a:t>- artifacts/external_comparison_validation/smoke/seeds_42/figures/decision_latency_p95_ms.png</a:t>
            </a:r>
          </a:p>
          <a:p xmlns:a="http://schemas.openxmlformats.org/drawingml/2006/main">
            <a:r>
              <a:t>- artifacts/external_comparison_validation/smoke/seeds_42/figures/energy_per_delivered_packet.png</a:t>
            </a:r>
          </a:p>
          <a:p xmlns:a="http://schemas.openxmlformats.org/drawingml/2006/main">
            <a:r>
              <a:t>- artifacts/external_comparison_validation/smoke/seeds_42/figures/p95_success_delay.png</a:t>
            </a:r>
          </a:p>
          <a:p xmlns:a="http://schemas.openxmlformats.org/drawingml/2006/main">
            <a:r>
              <a:t>- artifacts/final_paper_simulation/smoke/baselines/smoke/seeds_42/figures/connected_pair_pdr.png</a:t>
            </a:r>
          </a:p>
          <a:p xmlns:a="http://schemas.openxmlformats.org/drawingml/2006/main">
            <a:r>
              <a:t>- artifacts/final_paper_simulation/smoke/baselines/smoke/seeds_42/figures/decision_latency_p95_ms.png</a:t>
            </a:r>
          </a:p>
          <a:p xmlns:a="http://schemas.openxmlformats.org/drawingml/2006/main">
            <a:r>
              <a:t>- artifacts/final_paper_simulation/smoke/baselines/smoke/seeds_42/figures/energy_per_delivered_packet.png</a:t>
            </a:r>
          </a:p>
          <a:p xmlns:a="http://schemas.openxmlformats.org/drawingml/2006/main">
            <a:r>
              <a:t>- artifacts/final_paper_simulation/smoke/baselines/smoke/seeds_42/figures/p95_success_delay.png</a:t>
            </a:r>
          </a:p>
          <a:p xmlns:a="http://schemas.openxmlformats.org/drawingml/2006/main">
            <a:r>
              <a:t>- artifacts/final_paper_simulation/smoke/latency_exact/latency_p95_variants.png</a:t>
            </a:r>
          </a:p>
          <a:p xmlns:a="http://schemas.openxmlformats.org/drawingml/2006/main">
            <a:r>
              <a:t>- artifacts/final_paper_simulation/smoke/novelty_ablation/figures/component_contribution_four_panel.png</a:t>
            </a:r>
          </a:p>
          <a:p xmlns:a="http://schemas.openxmlformats.org/drawingml/2006/main">
            <a:r>
              <a:t>- artifacts/final_paper_simulation/smoke/novelty_ablation/figures/novelty_ablation_four_panel.png</a:t>
            </a:r>
          </a:p>
          <a:p xmlns:a="http://schemas.openxmlformats.org/drawingml/2006/main">
            <a:r>
              <a:t>- artifacts/final_paper_simulation/smoke/novelty_ablation/figures/scenario_pdr_contribution_heatmap.png</a:t>
            </a:r>
          </a:p>
          <a:p xmlns:a="http://schemas.openxmlformats.org/drawingml/2006/main">
            <a:r>
              <a:t>- artifacts/final_paper_simulation/supplementary/freshness_cache/freshness_cache_latency.png</a:t>
            </a:r>
          </a:p>
          <a:p xmlns:a="http://schemas.openxmlformats.org/drawingml/2006/main">
            <a:r>
              <a:t>- artifacts/lite_globe/_phase13_merge_work/phase13_seeds_42_results/artifacts/lite_globe/phase13_seeds_42/figures/risk_switch_plus_delay_p95.png</a:t>
            </a:r>
          </a:p>
          <a:p xmlns:a="http://schemas.openxmlformats.org/drawingml/2006/main">
            <a:r>
              <a:t>- artifacts/lite_globe/_phase13_merge_work/phase13_seeds_42_results/artifacts/lite_globe/phase13_seeds_42/figures/risk_switch_plus_input_bytes.png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artifacts/lite_globe/_phase13_merge_work/phase13_seeds_42_results/artifacts/lite_globe/phase13_seeds_42/figures/risk_switch_plus_pdr.png</a:t>
            </a:r>
          </a:p>
          <a:p xmlns:a="http://schemas.openxmlformats.org/drawingml/2006/main">
            <a:r>
              <a:t>- artifacts/lite_globe/_phase13_merge_work/phase13_seeds_42_results/artifacts/lite_globe/phase13_seeds_42/figures/risk_switch_plus_switch_steps.png</a:t>
            </a:r>
          </a:p>
          <a:p xmlns:a="http://schemas.openxmlformats.org/drawingml/2006/main">
            <a:r>
              <a:t>- artifacts/lite_globe/phase13_merged/figures/risk_switch_plus_delay_p95.png</a:t>
            </a:r>
          </a:p>
          <a:p xmlns:a="http://schemas.openxmlformats.org/drawingml/2006/main">
            <a:r>
              <a:t>- artifacts/lite_globe/phase13_merged/figures/risk_switch_plus_input_bytes.png</a:t>
            </a:r>
          </a:p>
          <a:p xmlns:a="http://schemas.openxmlformats.org/drawingml/2006/main">
            <a:r>
              <a:t>- artifacts/lite_globe/phase13_merged/figures/risk_switch_plus_pdr.png</a:t>
            </a:r>
          </a:p>
          <a:p xmlns:a="http://schemas.openxmlformats.org/drawingml/2006/main">
            <a:r>
              <a:t>- artifacts/lite_globe/phase13_merged/figures/risk_switch_plus_switch_steps.png</a:t>
            </a:r>
          </a:p>
          <a:p xmlns:a="http://schemas.openxmlformats.org/drawingml/2006/main">
            <a:r>
              <a:t>- artifacts/switchglobe_latency_optimization/local_five_seed_v2/latency_p95_variants.png</a:t>
            </a:r>
          </a:p>
          <a:p xmlns:a="http://schemas.openxmlformats.org/drawingml/2006/main">
            <a:r>
              <a:t>- artifacts/switchglobe_latency_optimization/local_five_seed/latency_p95_variants.png</a:t>
            </a:r>
          </a:p>
          <a:p xmlns:a="http://schemas.openxmlformats.org/drawingml/2006/main">
            <a:r>
              <a:t>- artifacts/switchglobe_latency_optimization/local_smoke/latency_p95_variants.png</a:t>
            </a:r>
          </a:p>
          <a:p xmlns:a="http://schemas.openxmlformats.org/drawingml/2006/main">
            <a:r>
              <a:t>- artifacts/switchglobe_latency_optimization/step1_review/latency_p95_variants.png</a:t>
            </a:r>
          </a:p>
          <a:p xmlns:a="http://schemas.openxmlformats.org/drawingml/2006/main">
            <a:r>
              <a:t>- artifacts/switchglobe_latency_optimization/verified_candidate_1_2/latency_p95_variants.png</a:t>
            </a:r>
          </a:p>
          <a:p xmlns:a="http://schemas.openxmlformats.org/drawingml/2006/main">
            <a:r>
              <a:t>- artifacts/switchglobe_latency_optimization/verified_candidate_1_2/verified_latency_comparison.png</a:t>
            </a:r>
          </a:p>
          <a:p xmlns:a="http://schemas.openxmlformats.org/drawingml/2006/main">
            <a:r>
              <a:t>- submission/mdpi_globe_routing/figures/phase12_delay_p95.png</a:t>
            </a:r>
          </a:p>
          <a:p xmlns:a="http://schemas.openxmlformats.org/drawingml/2006/main">
            <a:r>
              <a:t>- submission/mdpi_globe_routing/figures/phase12_input_bytes.png</a:t>
            </a:r>
          </a:p>
          <a:p xmlns:a="http://schemas.openxmlformats.org/drawingml/2006/main">
            <a:r>
              <a:t>- submission/mdpi_globe_routing/figures/phase12_pdr.png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deliverables/.build/source_main/paper/archive/v1_english_phase12/figures/method_overview_pub_preview.png</a:t>
            </a:r>
          </a:p>
          <a:p xmlns:a="http://schemas.openxmlformats.org/drawingml/2006/main">
            <a:r>
              <a:t>- deliverables/.build/source_main/paper/archive/v1_english_phase12/figures/method_overview.png</a:t>
            </a:r>
          </a:p>
          <a:p xmlns:a="http://schemas.openxmlformats.org/drawingml/2006/main">
            <a:r>
              <a:t>- deliverables/.build/source_main/presentations/final/figures/phase10_external_rl_pdr.png</a:t>
            </a:r>
          </a:p>
          <a:p xmlns:a="http://schemas.openxmlformats.org/drawingml/2006/main">
            <a:r>
              <a:t>- deliverables/.build/source_main/presentations/final/figures/phase13_smoke_switch_steps.png</a:t>
            </a:r>
          </a:p>
          <a:p xmlns:a="http://schemas.openxmlformats.org/drawingml/2006/main">
            <a:r>
              <a:t>- deliverables/.build/source_main/presentations/final/figures/phase9_component_ablation.png</a:t>
            </a:r>
          </a:p>
          <a:p xmlns:a="http://schemas.openxmlformats.org/drawingml/2006/main">
            <a:r>
              <a:t>- deliverables/.build/source_main/presentations/final/figures/phase9_scalability_uav_count.png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최종 종합. 최종 주장 가능. SHA-256 17e3d5dde4f37a04cd9eca0c8c03a3f2f1bb915463b5a900a8b03c465c81abc1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artifacts/final_paper_simulation/synthesis/combined_comparison/figures/fig_combined_connected_pdr_by_method.png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최종 종합. 최종 주장 가능. SHA-256 0644b4ac1ef52239bbc725cf4cbf6731fef05e13870135816052b955c3ff50c9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artifacts/final_paper_simulation/synthesis/combined_comparison/figures/fig_combined_deadline_ratio_by_method.png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4f986691a1f4511726bc40882edf7032d5de247d1b6f912b8e1b3bcf973e0cbb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artifacts/final_paper_simulation/full/ablation/figures/connected_pair_pdr.png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be18c2f003d4c4d9e85756e642bed6c5c88c15bbc0e4da8e963b181aa86b021a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artifacts/final_paper_simulation/full/ablation/figures/energy_per_delivered_packet.png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7b8bd92422f6f5cef2cfbb6a3e4df34ccd1e57e5ed5afdef2e7e63f1e39b2368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artifacts/final_paper_simulation/full/ablation/figures/p95_success_delay.png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e56207cd1a5b0ea815c4b46d43d9ea2d480d936d03643788398880631844445b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artifacts/final_paper_simulation/full/ablation/figures/switch_activation_rate.png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f13a312cedd312c8165e2f01bc5578476a0923c58618ea7d147446e3926c4d10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artifacts/final_paper_simulation/full/analysis_8method_and_ablation/figures/ablation_component_effects.png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afa9994eb9d249aec74c24aef6a79ae65d2b39c34395e6df4791ca10935c064d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artifacts/final_paper_simulation/full/analysis_8method_and_ablation/figures/ablation_metrics/connected_pair_pdr.png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15fa5edd5f81e8eaa08a0c2171cfd37a38d21806b68b50726d38b8b96486c51a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artifacts/final_paper_simulation/full/analysis_8method_and_ablation/figures/ablation_metrics/deadline_delivery_ratio.png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b9927b3695b6627da760e1ba4576befaa52cf2b46189abda8cfee4d5db5c22a1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artifacts/final_paper_simulation/full/analysis_8method_and_ablation/figures/ablation_metrics/drop_rate.png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b6a35e132e279935a7c2a75a2dbaa9176d647ff5ff0d8e5272663bfa37c755c6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artifacts/final_paper_simulation/full/analysis_8method_and_ablation/figures/ablation_metrics/energy_per_delivered_packet.png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a4b13af7ea116b70f3b861cee67c352d1dbf3819f29faf68a33ff2cc7561658e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artifacts/final_paper_simulation/full/analysis_8method_and_ablation/figures/ablation_metrics/late_delivery_ratio.png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a46167879b431b363aa944069b48f770404ad40f293543d5746a69bd52e3c2bc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artifacts/final_paper_simulation/full/analysis_8method_and_ablation/figures/ablation_metrics/loop_rate.png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6bcda07021275444909fc50b0e8c6af582be30196633e55be4f54ca89308f644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artifacts/final_paper_simulation/full/analysis_8method_and_ablation/figures/ablation_metrics/mean_control_bytes.png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61989b2816870e1754920fdb21eeba5d620ba305afc070072ba1dfdd714ee43b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artifacts/final_paper_simulation/full/analysis_8method_and_ablation/figures/ablation_metrics/mean_control_messages.png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578474b4594f46f61d446cef7dbfa37802074f81fd9a2d53f5953d4d43f61a56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artifacts/final_paper_simulation/full/analysis_8method_and_ablation/figures/ablation_metrics/mean_local_observation_bytes.png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7a9f64eee7aa3f0f1c14f439c3f73b44a45135caa290317f3fb536ce5c345701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artifacts/final_paper_simulation/full/analysis_8method_and_ablation/figures/ablation_metrics/mean_path_stretch.png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bc9179b06c3029148b595ebd395d09ab3015a52ca432deba8c0cf6cd5ab79a7b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artifacts/final_paper_simulation/full/analysis_8method_and_ablation/figures/ablation_metrics/mean_policy_input_bytes.png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afaffd98320a5c5f427186853058e91ed79fc598a5007a3e4939a052f9d97058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artifacts/final_paper_simulation/full/analysis_8method_and_ablation/figures/ablation_metrics/mean_reward.png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ff7165aabd0d7439da29d8e6f0b1471913a88c044dcdcc438972b6952c0f394e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artifacts/final_paper_simulation/full/analysis_8method_and_ablation/figures/ablation_metrics/mean_success_delay_steps.png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3da26c14d7162dbb98c5a2600415ee629f4e926726eda8f99e3a80d47382b452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artifacts/final_paper_simulation/full/analysis_8method_and_ablation/figures/ablation_metrics/mean_throughput.png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9ae047bf974219a98ee5951ff22de9f9949e4ac7b4b9321aeae19a91fa6bf996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artifacts/final_paper_simulation/full/analysis_8method_and_ablation/figures/ablation_metrics/mean_transmission_attempts.png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0b2e3eaebe08cac5275722b0cf9ad1ebae4841a30f39ff357eda03c68c80db0d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artifacts/final_paper_simulation/full/analysis_8method_and_ablation/figures/ablation_metrics/overall_pdr.png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5eff4999e8f05546ed74921163753133e01377ccf3675d65aa76b131e88c7001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artifacts/final_paper_simulation/full/analysis_8method_and_ablation/figures/ablation_metrics/p95_success_delay_steps.png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f1ab78bd8f85793dd169de6ba2b40a6a69f031ee59252dd41d55cd4eae6862ff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artifacts/final_paper_simulation/full/analysis_8method_and_ablation/figures/ablation_metrics/switch_activation_rate.png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70b80c8f74f8840dfbb23dcd7229a95abfd589cafb59a30c160e4a926c3326cf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artifacts/final_paper_simulation/full/analysis_8method_and_ablation/figures/ablation_primary_metrics.png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3e4d5995de139757d4d34a58882670fab3705028590564318f6a05b2c18c5d5d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artifacts/final_paper_simulation/full/analysis_8method_and_ablation/figures/deployment_metrics/input_bytes.png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dce7c34d512c55cb7a6477366427dce3b526c850c79a97a0bb5479a81b69798a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artifacts/final_paper_simulation/full/analysis_8method_and_ablation/figures/deployment_metrics/latency_p50_ms.png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f9e8eb169f5e8e05927b9747ff6a5cb3e1e226c93bda311d651d4e7e69a39eed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artifacts/final_paper_simulation/full/analysis_8method_and_ablation/figures/deployment_metrics/latency_p95_ms.png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bc5d371ef8feb227b3d2644ba203472271114fbcca00319655622583b27e21ac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artifacts/final_paper_simulation/full/analysis_8method_and_ablation/figures/deployment_metrics/latency_p99_ms.png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50c09e46497d5beb6d5d810fd58b1d2b1961e0fe640b9307a52eec35da7fccf5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artifacts/final_paper_simulation/full/analysis_8method_and_ablation/figures/deployment_metrics/mean_latency_ms.png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25e6293587c69cc083ced04ac22d0c7d90025abff0cadaad91f27803a2512175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artifacts/final_paper_simulation/full/analysis_8method_and_ablation/figures/deployment_metrics/parameter_count.png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b5e33dfa01a7e53ce79388092bf5a7459047eef03f969de26cd366269650561a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artifacts/final_paper_simulation/full/analysis_8method_and_ablation/figures/deployment_metrics/peak_python_memory_bytes.png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8bbacba1463acba7fd4f3ae17444bbf775acb6a13c6c1895c367d98490506364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artifacts/final_paper_simulation/full/analysis_8method_and_ablation/figures/deployment_metrics/serialized_model_bytes.png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263195bfd059437ccddab071567a14c045e289f57287cd459f772a8bb990ea97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artifacts/final_paper_simulation/full/analysis_8method_and_ablation/figures/external_metrics/connected_pair_pdr.png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14ab54aa65fbf6847c9e6385222448d21e867e50801a84cfadbb88a0b88be597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artifacts/final_paper_simulation/full/analysis_8method_and_ablation/figures/external_metrics/deadline_delivery_ratio.png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f686df1fbf499ead85bfbe839a2e60d7c9438515e4c262e0dbd533f5ec9d563e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artifacts/final_paper_simulation/full/analysis_8method_and_ablation/figures/external_metrics/drop_rate.png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12e24d04656dc8d1813448bfdb6adfe9324f62949b93e42b6a90315f875a683c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artifacts/final_paper_simulation/full/analysis_8method_and_ablation/figures/external_metrics/energy_per_delivered_packet.png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e456df323d3c814e87b86941dde80f6b95bc6c1089a0ba64fa849dbd2d598f80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artifacts/final_paper_simulation/full/analysis_8method_and_ablation/figures/external_metrics/late_delivery_ratio.png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c736d120ebbf8450372d8460d804879b4b6f377caa56dc31ddb2776d56e7f134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artifacts/final_paper_simulation/full/analysis_8method_and_ablation/figures/external_metrics/loop_rate.png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fcca7e50ef348d69b31b1682604f74f6790ee68d9a1f03c789af5596236cb6ca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artifacts/final_paper_simulation/full/analysis_8method_and_ablation/figures/external_metrics/mean_control_bytes.png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aa6f91ff8a59d554aa58fe6c4b5c8b0f76e442cfb6326f5382443f7c4a8334f3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artifacts/final_paper_simulation/full/analysis_8method_and_ablation/figures/external_metrics/mean_control_messages.png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d26171e403df9a937cade2648c2288ff58a5f97b8319556eb958097c2aa6ac88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artifacts/final_paper_simulation/full/analysis_8method_and_ablation/figures/external_metrics/mean_local_observation_bytes.png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f329ea7aee2b3692a4b70ca90a396c652b716301abac06011a1247adf884d88c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artifacts/final_paper_simulation/full/analysis_8method_and_ablation/figures/external_metrics/mean_path_stretch.png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SHA-256 866c0bc2c517cde1db3c9b2e7def6b31f1a34d193a9cb1c5b2b14c29aec3e21e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artifacts/final_paper_simulation/full/analysis_8method_and_ablation/figures/external_metrics/mean_policy_input_bytes.png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b4d73b9e51b40bb3830fef857e4af9b2763def4a1fbececa870a8c6bd7ede748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artifacts/final_paper_simulation/full/analysis_8method_and_ablation/figures/external_metrics/mean_reward.png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52547a72e077f6161c51f1c89ea414854b8e6d7c8b0915a73df1fd186ba8bae3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artifacts/final_paper_simulation/full/analysis_8method_and_ablation/figures/external_metrics/mean_success_delay_steps.png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e9f90aace815735c5a236e8cd5bfbc76af635a89396a471ef77be58b368ff104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artifacts/final_paper_simulation/full/analysis_8method_and_ablation/figures/external_metrics/mean_throughput.png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fee1fb48ed13698371908ab06778c4edc1f789fbceda4a2255d91230c8b1089b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artifacts/final_paper_simulation/full/analysis_8method_and_ablation/figures/external_metrics/mean_transmission_attempts.png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0d1e88e530166ebc641f5c18d29a3028c6442fe9f71c457b8f9739e8e66a5308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artifacts/final_paper_simulation/full/analysis_8method_and_ablation/figures/external_metrics/overall_pdr.png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0bfdc0593bbdab9bb08d1d24f819d78534d8b377f800dd8f7b6eb1f8e61de94b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artifacts/final_paper_simulation/full/analysis_8method_and_ablation/figures/external_metrics/p95_success_delay_steps.png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ebe82912f59b777a3dd2aa9b9bbcefc922fd62c3459a24b9b6834732087ccc61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artifacts/final_paper_simulation/full/analysis_8method_and_ablation/figures/external_metrics/switch_activation_rate.png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a1f944c3fdcad9ea4701e382a4d241ea0a1cea39d6279d3a3619a9743ad53dda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artifacts/final_paper_simulation/full/analysis_8method_and_ablation/figures/external_primary_metrics.png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56580ea19f1f9230e71b92d0b9e819c4df5de31d28c44b6141e9bd424bbd6231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artifacts/final_paper_simulation/full/baselines_with_fast/figures/connected_pair_pdr.png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4315baaf5ad947968142b03104dd226ad6e4f3b8e3f96ad662b42f05f67391d7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artifacts/final_paper_simulation/full/baselines_with_fast/figures/decision_latency_p95_ms.png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cc4b6412eba732713ea7c901cba8c6a000da6fa1df0d29ed45323317eb01cffe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artifacts/final_paper_simulation/full/baselines_with_fast/figures/energy_per_delivered_packet.png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78542a39c6a275d9bcde955aab2f2d0d0dd4709d5db29d25e96536906d5ca91a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artifacts/final_paper_simulation/full/baselines_with_fast/figures/p95_success_delay.png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e7a9563b7638fb0d53aa2d0f4b5d8687f52568b2e159f7ae76ffb482e18a4d33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artifacts/final_paper_simulation/full/baselines/figures/connected_pair_pdr.png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ad42bc429a48f3430660622b59e9c15fa12a53ebd58b79d0129b1e88b3abae66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artifacts/final_paper_simulation/full/baselines/figures/decision_latency_p95_ms.png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c5fdd1fdf41f50753de42b511540e24ffbfacb3c1e6eb2be6d158aadca85384a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artifacts/final_paper_simulation/full/baselines/figures/energy_per_delivered_packet.png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0267ca0eda8f48a974556086245088a70f63750dcdb093774d2979c060f7c811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artifacts/final_paper_simulation/full/baselines/figures/p95_success_delay.png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Full 실험. manifest/CSV와 함께 해석. SHA-256 948cb8e36d4daf3f6945c46d3f8ac4ac3b8639f90e0212970323295ee99a1eef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artifacts/final_paper_simulation/full/final_latency_verified/latency_p95_cuda.png</a:t>
            </a:r>
          </a:p>
          <a:p xmlns:a="http://schemas.openxmlformats.org/drawingml/2006/main">
            <a:r>
              <a:t>- duplicate: artifacts/final_paper_simulation/full/latency/latency_p95_cuda.png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외부 비교 최종. 수용성 검증 포함. SHA-256 0f9ba22acf6b242bba4f6b4ab84d2a598f8de97039b9a552cd4f255673edd983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artifacts/external_comparison_final_acceptance/smoke/seeds_42/figures/connected_pair_pdr.png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외부 비교 최종. 수용성 검증 포함. SHA-256 0f118db42c01ba151acccd4030ba377fe05bd5526ad4d6aec593324de110cc57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artifacts/external_comparison_final_acceptance/smoke/seeds_42/figures/decision_latency_p95_ms.png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외부 비교 최종. 수용성 검증 포함. SHA-256 979755595ab5472edf02286c44c2c67377e587eb81cad5631167dcd9ab4a4ad9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artifacts/external_comparison_final_acceptance/smoke/seeds_42/figures/energy_per_delivered_packet.png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외부 비교 최종. 수용성 검증 포함. SHA-256 84d5503abf29b60c040ef0c46177ce70a42a41330198f76c8c86633eb21f540f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artifacts/external_comparison_final_acceptance/smoke/seeds_42/figures/p95_success_delay.png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검증/수용성. 중간 검증 단계. SHA-256 6e5dcb38153288f158dd0a40088078ab63f1d10a62f92202775856b831951386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artifacts/external_comparison_acceptance/smoke/seeds_42/figures/connected_pair_pdr.png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검증/수용성. 중간 검증 단계. SHA-256 de5441d2b8f8a16e40fe92b0fab618bf5e09f3d8dc95834dde48ef48ea6bf0cc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artifacts/external_comparison_acceptance/smoke/seeds_42/figures/decision_latency_p95_ms.png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검증/수용성. 중간 검증 단계. SHA-256 c1d08e1f3f05758de66927f60660f93535f25f190b23fec66d8765430edaef72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artifacts/external_comparison_acceptance/smoke/seeds_42/figures/energy_per_delivered_packet.png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검증/수용성. 중간 검증 단계. SHA-256 5506d8aa86ea0c43e0938b909e6bd1af53a843b8fa37208b04fff2a1b4a25900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artifacts/external_comparison_acceptance/smoke/seeds_42/figures/p95_success_delay.png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사후 분석. 시나리오별 해석. SHA-256 a65965190e1941db75afb2cb99677cbb2cc19dc67b1727438616382d6243443a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artifacts/external_comparison_analysis/figure_directional_gain_forest.png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사후 분석. 시나리오별 해석. SHA-256 cc1cd1aa195d2f7eb69000798fb42c3f14d8421dd411661888ea76e11d48d8e3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artifacts/external_comparison_analysis/figure_metric_panels.png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검증/수용성. 중간 검증 단계. SHA-256 973890691f5ef577b50f0773d7479312944f9153668ec239dec8bf09794c05bb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artifacts/external_comparison_validation/smoke/seeds_42/figures/connected_pair_pdr.png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검증/수용성. 중간 검증 단계. SHA-256 fef62ff6b62c2b299da568fcdbc4445180aaae4d69353f77bd52dc1711fc40c7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artifacts/external_comparison_validation/smoke/seeds_42/figures/decision_latency_p95_ms.png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검증/수용성. 중간 검증 단계. SHA-256 02867dd8cccbec1fa2426f0ef128039a612855b05ff7099742785c358229efde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artifacts/external_comparison_validation/smoke/seeds_42/figures/energy_per_delivered_packet.png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검증/수용성. 중간 검증 단계. SHA-256 19e2edbc9350593e7cd91411a5295b9b27d1b5f026bc705f12f1bbb70935b011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artifacts/external_comparison_validation/smoke/seeds_42/figures/p95_success_delay.png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Smoke. 방향성만; 확증 주장 금지. SHA-256 d8f189cf6852f4abdc8070d7bdaba30eb0f1a472fa70b7c9bf41db06a05a4856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artifacts/final_paper_simulation/smoke/baselines/smoke/seeds_42/figures/connected_pair_pdr.png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Smoke. 방향성만; 확증 주장 금지. SHA-256 d11e6ffeaac162494adc9603d812dbbf2230c9adbff454ba3d85daeae3c3332e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artifacts/final_paper_simulation/smoke/baselines/smoke/seeds_42/figures/decision_latency_p95_ms.png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Smoke. 방향성만; 확증 주장 금지. SHA-256 82c20ed8952220b22c31ca21dcb7496efdd8f968b6444cf1ed73e862236d620c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artifacts/final_paper_simulation/smoke/baselines/smoke/seeds_42/figures/energy_per_delivered_packet.png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Smoke. 방향성만; 확증 주장 금지. SHA-256 1a139c13642455a227bdd6500d2b6098a69f1a54d32a6b4440afb985d2129a6d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artifacts/final_paper_simulation/smoke/baselines/smoke/seeds_42/figures/p95_success_delay.png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Smoke. 방향성만; 확증 주장 금지. SHA-256 bd07ec2613db0c1d837728d669de9295742f3c4fd7f11fd288bc89eb2b5a9f4c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artifacts/final_paper_simulation/smoke/latency_exact/latency_p95_variants.png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Smoke. 방향성만; 확증 주장 금지. SHA-256 4bc627e9bf38d49ae068372737036171e296be132983683a2038d056455654c1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artifacts/final_paper_simulation/smoke/novelty_ablation/figures/component_contribution_four_panel.png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Smoke. 방향성만; 확증 주장 금지. SHA-256 c34e449a84d1b8404ca689581f7a10602ab93ca91b2173b020a4e538a05728b8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artifacts/final_paper_simulation/smoke/novelty_ablation/figures/novelty_ablation_four_panel.png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Smoke. 방향성만; 확증 주장 금지. SHA-256 fe3115b6a89c2121335ae572669f558f122bf7ea420b3f18c0696ecb098ddcdd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artifacts/final_paper_simulation/smoke/novelty_ablation/figures/scenario_pdr_contribution_heatmap.png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Artifact. 경로·manifest 확인. SHA-256 3eb8ac01733f4302f89cf4be95ca081272361fed40652ed07a4bcc8ada8e1806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artifacts/final_paper_simulation/supplementary/freshness_cache/freshness_cache_latency.png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7d53ebcdadc73d61208d7e9bdfa4b6d58eab2c5c47c356e4a0863398ad09de0c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artifacts/lite_globe/_phase13_merge_work/phase13_seeds_42_results/artifacts/lite_globe/phase13_seeds_42/figures/risk_switch_plus_delay_p95.png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3070d0c21a823750b0bd887df1ddfb971807c75de894c9056ba98768efaf3756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artifacts/lite_globe/_phase13_merge_work/phase13_seeds_42_results/artifacts/lite_globe/phase13_seeds_42/figures/risk_switch_plus_input_bytes.png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f427b20f6096f9970ffcb7978a611b5936ecb48193276c555a4558110a41abbc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artifacts/lite_globe/_phase13_merge_work/phase13_seeds_42_results/artifacts/lite_globe/phase13_seeds_42/figures/risk_switch_plus_pdr.png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2d0460cdd5398075ff272853b0cdcb6103e3539d015bcd60158b1ca2e9bb8257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artifacts/lite_globe/_phase13_merge_work/phase13_seeds_42_results/artifacts/lite_globe/phase13_seeds_42/figures/risk_switch_plus_switch_steps.png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6371ea7061771b3c43f5a03d038c90c238b60d497eaae1adef72c6ace903a413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artifacts/lite_globe/phase13_merged/figures/risk_switch_plus_delay_p95.png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4b9f32e2706aeb29ede950a9f9c47765dac2630025b8944600e39143cde0dcb3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artifacts/lite_globe/phase13_merged/figures/risk_switch_plus_input_bytes.png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69659cec9b7dbd6a2f8dfbb695f5cd9eb5f14e32a5ad3350da5fe6ac5462119f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artifacts/lite_globe/phase13_merged/figures/risk_switch_plus_pdr.png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SHA-256 029e03788a4f10b46a86df7eadb92c499133080160942cb61f3b6f91a2f8d503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artifacts/lite_globe/phase13_merged/figures/risk_switch_plus_switch_steps.png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지연 최적화. 동일 세션 여부 확인. SHA-256 a968e1686390519031352de9e8527585e8ae73307ddc8ad1b181c666a5a0fb44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artifacts/switchglobe_latency_optimization/local_five_seed_v2/latency_p95_variants.png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지연 최적화. 동일 세션 여부 확인. SHA-256 d4fdab4c46e29928c95668d9f481bd62b8b976f2004fd0b277e827e07ad4bf5f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artifacts/switchglobe_latency_optimization/local_five_seed/latency_p95_variants.png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지연 최적화. 동일 세션 여부 확인. SHA-256 0e4a66325ef6c283d9cf0ddaed3a0903827a5809181e3ffadbbc92489dfb3cf7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artifacts/switchglobe_latency_optimization/local_smoke/latency_p95_variants.png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지연 최적화. 동일 세션 여부 확인. SHA-256 d00de0be7bf386a03adeebe33654e63a473f0934bc6062654b8e0ac498c4ac12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artifacts/switchglobe_latency_optimization/step1_review/latency_p95_variants.png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지연 최적화. 동일 세션 여부 확인. SHA-256 7704a8ad864993bade851c16362de452b04ebc192d738f7da7011405b052aaed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artifacts/switchglobe_latency_optimization/verified_candidate_1_2/latency_p95_variants.png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지연 최적화. 동일 세션 여부 확인. SHA-256 fa6e397ec7884ead6dd93edd2ba89fc397649ff756f0ec29562a9380993da9b8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artifacts/switchglobe_latency_optimization/verified_candidate_1_2/verified_latency_comparison.png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f4408bd5d66ffd9c29848546b8e462e05dab98f7dd428fb7ff40288f875368ed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submission/mdpi_globe_routing/figures/phase12_delay_p95.png</a:t>
            </a:r>
          </a:p>
          <a:p xmlns:a="http://schemas.openxmlformats.org/drawingml/2006/main">
            <a:r>
              <a:t>- duplicate: deliverables/.build/source_main/paper/archive/v1_english_phase12/figures/phase12_delay_p95.png</a:t>
            </a:r>
          </a:p>
          <a:p xmlns:a="http://schemas.openxmlformats.org/drawingml/2006/main">
            <a:r>
              <a:t>- duplicate: deliverables/.build/source_main/presentations/final/figures/phase12_risk_switch_delay_p95.png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66b3c57771febe7a76e7203bd8addcf065723e3b72ca5c9322f6cc61eb41eb85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submission/mdpi_globe_routing/figures/phase12_input_bytes.png</a:t>
            </a:r>
          </a:p>
          <a:p xmlns:a="http://schemas.openxmlformats.org/drawingml/2006/main">
            <a:r>
              <a:t>- duplicate: deliverables/.build/source_main/paper/archive/v1_english_phase12/figures/phase12_input_bytes.png</a:t>
            </a:r>
          </a:p>
          <a:p xmlns:a="http://schemas.openxmlformats.org/drawingml/2006/main">
            <a:r>
              <a:t>- duplicate: deliverables/.build/source_main/presentations/final/figures/phase12_risk_switch_input_bytes.png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d9a375e96670b5fb38734eb58f4bbe89130d4605899355ac9a997134d6aa561b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submission/mdpi_globe_routing/figures/phase12_pdr.png</a:t>
            </a:r>
          </a:p>
          <a:p xmlns:a="http://schemas.openxmlformats.org/drawingml/2006/main">
            <a:r>
              <a:t>- duplicate: deliverables/.build/source_main/paper/archive/v1_english_phase12/figures/phase12_pdr.png</a:t>
            </a:r>
          </a:p>
          <a:p xmlns:a="http://schemas.openxmlformats.org/drawingml/2006/main">
            <a:r>
              <a:t>- duplicate: deliverables/.build/source_main/presentations/final/figures/phase12_risk_switch_pdr.png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b12161aec1e5f37e2d1fed563e7303f6507ada9febcfed60b40e3b6fff1f2172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deliverables/.build/source_main/paper/archive/v1_english_phase12/figures/method_overview.png</a:t>
            </a:r>
          </a:p>
          <a:p xmlns:a="http://schemas.openxmlformats.org/drawingml/2006/main">
            <a:r>
              <a:t>- duplicate: deliverables/.build/source_main/presentations/final/figures/lite_globe_full_method_infographic.png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436094175e1c43b25904011f7a06132c3f46bb131f8df8a93b23e96b259dc678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deliverables/.build/source_main/presentations/final/figures/phase10_external_rl_pdr.png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3fac40209f9ebd2ac35a3eb58b6fed8af72af86b4ce44d9742a0db030c21d25f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deliverables/.build/source_main/presentations/final/figures/phase13_smoke_switch_steps.png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f211296b36579fef6df010f14bd5e4570c2c080f678ab22ea5022f96dd80dd3a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deliverables/.build/source_main/presentations/final/figures/phase9_component_ablation.png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class: 역사/원고. 현재 최종값과 분리. SHA-256 d85c1d44e61c51c144138ef6e89845ee4abeacca7776ee8e552b2bd86940d214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deliverables/.build/source_main/presentations/final/figures/phase9_scalability_uav_count.png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1e0868ba643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b71c4973854c4d" /><Relationship Type="http://schemas.openxmlformats.org/officeDocument/2006/relationships/slideLayout" Target="/ppt/slideLayouts/slideLayout1.xml" Id="Rf50e04cb4fcd48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0e04cb4fcd48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witchGLOBE Lab Academic">
      <a:dk1>
        <a:srgbClr val="000000"/>
      </a:dk1>
      <a:lt1>
        <a:srgbClr val="FFFFFF"/>
      </a:lt1>
      <a:dk2>
        <a:srgbClr val="123B5D"/>
      </a:dk2>
      <a:lt2>
        <a:srgbClr val="D9E2EA"/>
      </a:lt2>
      <a:accent1>
        <a:srgbClr val="2E74B5"/>
      </a:accent1>
      <a:accent2>
        <a:srgbClr val="288DA4"/>
      </a:accent2>
      <a:accent3>
        <a:srgbClr val="A66000"/>
      </a:accent3>
      <a:accent4>
        <a:srgbClr val="A93A32"/>
      </a:accent4>
      <a:accent5>
        <a:srgbClr val="5F4B8B"/>
      </a:accent5>
      <a:accent6>
        <a:srgbClr val="177B57"/>
      </a:accent6>
      <a:hlink>
        <a:srgbClr val="2E74B5"/>
      </a:hlink>
      <a:folHlink>
        <a:srgbClr val="5F4B8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witchGLOBE Lab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42cd89ba5486e" /><Relationship Type="http://schemas.openxmlformats.org/officeDocument/2006/relationships/notesSlide" Target="/ppt/notesSlides/notesSlide1.xml" Id="R44b491bb712645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6f315f2794918" /><Relationship Type="http://schemas.openxmlformats.org/officeDocument/2006/relationships/notesSlide" Target="/ppt/notesSlides/notesSlide2.xml" Id="Rd4d6ac07275e44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38e09f29848b3" /><Relationship Type="http://schemas.openxmlformats.org/officeDocument/2006/relationships/notesSlide" Target="/ppt/notesSlides/notesSlide3.xml" Id="R3222f5a5773349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1b66d66b84443" /><Relationship Type="http://schemas.openxmlformats.org/officeDocument/2006/relationships/notesSlide" Target="/ppt/notesSlides/notesSlide4.xml" Id="R5e4bda3d7db942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43146c9694e9d" /><Relationship Type="http://schemas.openxmlformats.org/officeDocument/2006/relationships/notesSlide" Target="/ppt/notesSlides/notesSlide5.xml" Id="R238d6009fa3f4e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eaf1e0a9443ab" /><Relationship Type="http://schemas.openxmlformats.org/officeDocument/2006/relationships/notesSlide" Target="/ppt/notesSlides/notesSlide6.xml" Id="Rfb92937e679b42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29b2397ad482b" /><Relationship Type="http://schemas.openxmlformats.org/officeDocument/2006/relationships/notesSlide" Target="/ppt/notesSlides/notesSlide7.xml" Id="R4f49759d283044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b82c0c79a45da" /><Relationship Type="http://schemas.openxmlformats.org/officeDocument/2006/relationships/notesSlide" Target="/ppt/notesSlides/notesSlide8.xml" Id="R6f3e669a7b714c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c1ad1e7014f3b" /><Relationship Type="http://schemas.openxmlformats.org/officeDocument/2006/relationships/notesSlide" Target="/ppt/notesSlides/notesSlide9.xml" Id="Rbf3a894f56c847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c78f12ee64086" /><Relationship Type="http://schemas.openxmlformats.org/officeDocument/2006/relationships/notesSlide" Target="/ppt/notesSlides/notesSlide10.xml" Id="R038055a1736e49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828efbdd64d41" /><Relationship Type="http://schemas.openxmlformats.org/officeDocument/2006/relationships/notesSlide" Target="/ppt/notesSlides/notesSlide11.xml" Id="R6b12b4ce28994d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a15da6b2d4f2e" /><Relationship Type="http://schemas.openxmlformats.org/officeDocument/2006/relationships/notesSlide" Target="/ppt/notesSlides/notesSlide12.xml" Id="R150300942fd743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5b48357864db2" /><Relationship Type="http://schemas.openxmlformats.org/officeDocument/2006/relationships/notesSlide" Target="/ppt/notesSlides/notesSlide13.xml" Id="Re445b63b500b44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7486fd79e491d" /><Relationship Type="http://schemas.openxmlformats.org/officeDocument/2006/relationships/notesSlide" Target="/ppt/notesSlides/notesSlide14.xml" Id="Rc0b9f26be3aa43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fc3028d494929" /><Relationship Type="http://schemas.openxmlformats.org/officeDocument/2006/relationships/notesSlide" Target="/ppt/notesSlides/notesSlide15.xml" Id="Rc80ee5df7a1141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35839424a4638" /><Relationship Type="http://schemas.openxmlformats.org/officeDocument/2006/relationships/notesSlide" Target="/ppt/notesSlides/notesSlide16.xml" Id="R0966c8b516b649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3089271cf447f" /><Relationship Type="http://schemas.openxmlformats.org/officeDocument/2006/relationships/notesSlide" Target="/ppt/notesSlides/notesSlide17.xml" Id="R9fbb89451bb649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3528d066942dd" /><Relationship Type="http://schemas.openxmlformats.org/officeDocument/2006/relationships/notesSlide" Target="/ppt/notesSlides/notesSlide18.xml" Id="Rf6be1fa240da46c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03ae226444366" /><Relationship Type="http://schemas.openxmlformats.org/officeDocument/2006/relationships/image" Target="/ppt/media/image.png" Id="R9ab12760bd3b4522" /><Relationship Type="http://schemas.openxmlformats.org/officeDocument/2006/relationships/notesSlide" Target="/ppt/notesSlides/notesSlide19.xml" Id="R353f8e3ace3042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db158aa024771" /><Relationship Type="http://schemas.openxmlformats.org/officeDocument/2006/relationships/notesSlide" Target="/ppt/notesSlides/notesSlide20.xml" Id="R6fe196ead98d4a0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a48a0abb046e7" /><Relationship Type="http://schemas.openxmlformats.org/officeDocument/2006/relationships/notesSlide" Target="/ppt/notesSlides/notesSlide21.xml" Id="R46c76feea8e9421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c578d2aac48bd" /><Relationship Type="http://schemas.openxmlformats.org/officeDocument/2006/relationships/notesSlide" Target="/ppt/notesSlides/notesSlide22.xml" Id="Rbed5316b786a4cc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6d5e0b1914a82" /><Relationship Type="http://schemas.openxmlformats.org/officeDocument/2006/relationships/notesSlide" Target="/ppt/notesSlides/notesSlide23.xml" Id="Rfb98b54cc8924e0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92001f84d4261" /><Relationship Type="http://schemas.openxmlformats.org/officeDocument/2006/relationships/notesSlide" Target="/ppt/notesSlides/notesSlide24.xml" Id="Rd29ebd342a044e8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445e9de1547df" /><Relationship Type="http://schemas.openxmlformats.org/officeDocument/2006/relationships/notesSlide" Target="/ppt/notesSlides/notesSlide25.xml" Id="Rc63a1613aa024be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fde67569a4dee" /><Relationship Type="http://schemas.openxmlformats.org/officeDocument/2006/relationships/notesSlide" Target="/ppt/notesSlides/notesSlide26.xml" Id="R7eb0e46a076249f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307ff2902406c" /><Relationship Type="http://schemas.openxmlformats.org/officeDocument/2006/relationships/notesSlide" Target="/ppt/notesSlides/notesSlide27.xml" Id="Rba76294cf64b4a3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bd9184f4d47c2" /><Relationship Type="http://schemas.openxmlformats.org/officeDocument/2006/relationships/notesSlide" Target="/ppt/notesSlides/notesSlide28.xml" Id="Rf63decd05b0441e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0195d694144dd" /><Relationship Type="http://schemas.openxmlformats.org/officeDocument/2006/relationships/notesSlide" Target="/ppt/notesSlides/notesSlide29.xml" Id="R8d9f0b44dd984fb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f4c3bb0854125" /><Relationship Type="http://schemas.openxmlformats.org/officeDocument/2006/relationships/notesSlide" Target="/ppt/notesSlides/notesSlide30.xml" Id="R8e34dffd59e6475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6ba8ec7374d15" /><Relationship Type="http://schemas.openxmlformats.org/officeDocument/2006/relationships/notesSlide" Target="/ppt/notesSlides/notesSlide31.xml" Id="Raabde8e765ab47a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3c553cc4a4c2a" /><Relationship Type="http://schemas.openxmlformats.org/officeDocument/2006/relationships/notesSlide" Target="/ppt/notesSlides/notesSlide32.xml" Id="Rae9e76c7586a43d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49092305646a4" /><Relationship Type="http://schemas.openxmlformats.org/officeDocument/2006/relationships/notesSlide" Target="/ppt/notesSlides/notesSlide33.xml" Id="Ra2d3c8a02aad468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ff7b365ee4e65" /><Relationship Type="http://schemas.openxmlformats.org/officeDocument/2006/relationships/notesSlide" Target="/ppt/notesSlides/notesSlide34.xml" Id="R14b859a1c24b4df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b52dd501b45c9" /><Relationship Type="http://schemas.openxmlformats.org/officeDocument/2006/relationships/notesSlide" Target="/ppt/notesSlides/notesSlide35.xml" Id="R29bde8697e76434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21201620749f4" /><Relationship Type="http://schemas.openxmlformats.org/officeDocument/2006/relationships/notesSlide" Target="/ppt/notesSlides/notesSlide36.xml" Id="R8c57ab1f437c40c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c2d485a224adb" /><Relationship Type="http://schemas.openxmlformats.org/officeDocument/2006/relationships/notesSlide" Target="/ppt/notesSlides/notesSlide37.xml" Id="Re1aa26337cca4f3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ee1b2194d4e40" /><Relationship Type="http://schemas.openxmlformats.org/officeDocument/2006/relationships/notesSlide" Target="/ppt/notesSlides/notesSlide38.xml" Id="R16ad1b02552d440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fac4717fb4fa8" /><Relationship Type="http://schemas.openxmlformats.org/officeDocument/2006/relationships/notesSlide" Target="/ppt/notesSlides/notesSlide39.xml" Id="R8c858c317f6f437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9e9ada62a4945" /><Relationship Type="http://schemas.openxmlformats.org/officeDocument/2006/relationships/notesSlide" Target="/ppt/notesSlides/notesSlide40.xml" Id="R077d579e677c406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4a47e6dbc4546" /><Relationship Type="http://schemas.openxmlformats.org/officeDocument/2006/relationships/notesSlide" Target="/ppt/notesSlides/notesSlide41.xml" Id="R3e46b81e9ffd429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801b87fb04ca4" /><Relationship Type="http://schemas.openxmlformats.org/officeDocument/2006/relationships/notesSlide" Target="/ppt/notesSlides/notesSlide42.xml" Id="Rafa29a1084cd4b1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45253cf1641b3" /><Relationship Type="http://schemas.openxmlformats.org/officeDocument/2006/relationships/notesSlide" Target="/ppt/notesSlides/notesSlide43.xml" Id="R931fe3baf3f245e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255e45bea41f3" /><Relationship Type="http://schemas.openxmlformats.org/officeDocument/2006/relationships/notesSlide" Target="/ppt/notesSlides/notesSlide44.xml" Id="R2707a63dcff5444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328cfa4404c9d" /><Relationship Type="http://schemas.openxmlformats.org/officeDocument/2006/relationships/notesSlide" Target="/ppt/notesSlides/notesSlide45.xml" Id="R4462232bf74e4e2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412e1d1384d25" /><Relationship Type="http://schemas.openxmlformats.org/officeDocument/2006/relationships/notesSlide" Target="/ppt/notesSlides/notesSlide46.xml" Id="R923211cfbb8f437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145bae1b345df" /><Relationship Type="http://schemas.openxmlformats.org/officeDocument/2006/relationships/image" Target="/ppt/media/image2.png" Id="R5316a9b99af943ae" /><Relationship Type="http://schemas.openxmlformats.org/officeDocument/2006/relationships/notesSlide" Target="/ppt/notesSlides/notesSlide47.xml" Id="Rda1acd87d8944c8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5ff9ae1d04556" /><Relationship Type="http://schemas.openxmlformats.org/officeDocument/2006/relationships/image" Target="/ppt/media/image3.png" Id="Rb53e4362cdb246ee" /><Relationship Type="http://schemas.openxmlformats.org/officeDocument/2006/relationships/notesSlide" Target="/ppt/notesSlides/notesSlide48.xml" Id="R2d89bc7222724a4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4d5061fc1406c" /><Relationship Type="http://schemas.openxmlformats.org/officeDocument/2006/relationships/image" Target="/ppt/media/image4.png" Id="R3253541401b94944" /><Relationship Type="http://schemas.openxmlformats.org/officeDocument/2006/relationships/notesSlide" Target="/ppt/notesSlides/notesSlide49.xml" Id="Rf35a98fabec44eb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f5179b6b64508" /><Relationship Type="http://schemas.openxmlformats.org/officeDocument/2006/relationships/notesSlide" Target="/ppt/notesSlides/notesSlide50.xml" Id="R34d0b05ad8ca4d9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a393ed1884caf" /><Relationship Type="http://schemas.openxmlformats.org/officeDocument/2006/relationships/notesSlide" Target="/ppt/notesSlides/notesSlide51.xml" Id="R595ccb0f8efd46a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82c4bf8d24ca4" /><Relationship Type="http://schemas.openxmlformats.org/officeDocument/2006/relationships/notesSlide" Target="/ppt/notesSlides/notesSlide52.xml" Id="R080a94d83602409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63380e1c0427a" /><Relationship Type="http://schemas.openxmlformats.org/officeDocument/2006/relationships/notesSlide" Target="/ppt/notesSlides/notesSlide53.xml" Id="R9a277f247749425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36afe07ae4302" /><Relationship Type="http://schemas.openxmlformats.org/officeDocument/2006/relationships/notesSlide" Target="/ppt/notesSlides/notesSlide54.xml" Id="R4958e871981a4b0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2ee80d1de4697" /><Relationship Type="http://schemas.openxmlformats.org/officeDocument/2006/relationships/notesSlide" Target="/ppt/notesSlides/notesSlide55.xml" Id="R6c842b0abcb24a3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7a293bdf84a36" /><Relationship Type="http://schemas.openxmlformats.org/officeDocument/2006/relationships/notesSlide" Target="/ppt/notesSlides/notesSlide56.xml" Id="R3abbe7c7c62644c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b7b126f01465b" /><Relationship Type="http://schemas.openxmlformats.org/officeDocument/2006/relationships/notesSlide" Target="/ppt/notesSlides/notesSlide57.xml" Id="Rcb1bfd8eca9d412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7f6ff61a044e1" /><Relationship Type="http://schemas.openxmlformats.org/officeDocument/2006/relationships/notesSlide" Target="/ppt/notesSlides/notesSlide58.xml" Id="Rc2e5b7a743de4c2b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72512cac2482d" /><Relationship Type="http://schemas.openxmlformats.org/officeDocument/2006/relationships/notesSlide" Target="/ppt/notesSlides/notesSlide59.xml" Id="R9534442f9bf540c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88d1cc310482e" /><Relationship Type="http://schemas.openxmlformats.org/officeDocument/2006/relationships/notesSlide" Target="/ppt/notesSlides/notesSlide60.xml" Id="R30321f9e434c4f5a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183babf324912" /><Relationship Type="http://schemas.openxmlformats.org/officeDocument/2006/relationships/notesSlide" Target="/ppt/notesSlides/notesSlide61.xml" Id="R497f9e24aeed4b6e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d38462a6c4b53" /><Relationship Type="http://schemas.openxmlformats.org/officeDocument/2006/relationships/notesSlide" Target="/ppt/notesSlides/notesSlide62.xml" Id="Rafa8320f1ab04d1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ea2dae8fe4874" /><Relationship Type="http://schemas.openxmlformats.org/officeDocument/2006/relationships/notesSlide" Target="/ppt/notesSlides/notesSlide63.xml" Id="R646b21cc73a84395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95dc30fe44cda" /><Relationship Type="http://schemas.openxmlformats.org/officeDocument/2006/relationships/notesSlide" Target="/ppt/notesSlides/notesSlide64.xml" Id="R5a73e671667a437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0b6e443454dfc" /><Relationship Type="http://schemas.openxmlformats.org/officeDocument/2006/relationships/notesSlide" Target="/ppt/notesSlides/notesSlide65.xml" Id="R311968d788e049b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3e1924b344835" /><Relationship Type="http://schemas.openxmlformats.org/officeDocument/2006/relationships/notesSlide" Target="/ppt/notesSlides/notesSlide66.xml" Id="R46c66477d7494026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7529d9af9458d" /><Relationship Type="http://schemas.openxmlformats.org/officeDocument/2006/relationships/notesSlide" Target="/ppt/notesSlides/notesSlide67.xml" Id="R26ca0719d9eb467a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dc343fac54714" /><Relationship Type="http://schemas.openxmlformats.org/officeDocument/2006/relationships/notesSlide" Target="/ppt/notesSlides/notesSlide68.xml" Id="Re98d6aa5a97e40b1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3c0d95fbf45f3" /><Relationship Type="http://schemas.openxmlformats.org/officeDocument/2006/relationships/notesSlide" Target="/ppt/notesSlides/notesSlide69.xml" Id="R004842572a904567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09924f14e4a0c" /><Relationship Type="http://schemas.openxmlformats.org/officeDocument/2006/relationships/notesSlide" Target="/ppt/notesSlides/notesSlide70.xml" Id="Rad96434eedac411b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2af0a99c34756" /><Relationship Type="http://schemas.openxmlformats.org/officeDocument/2006/relationships/notesSlide" Target="/ppt/notesSlides/notesSlide71.xml" Id="R660a03dd44964164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1bc4c6742417d" /><Relationship Type="http://schemas.openxmlformats.org/officeDocument/2006/relationships/image" Target="/ppt/media/image5.png" Id="R61bd46da888e4f3d" /><Relationship Type="http://schemas.openxmlformats.org/officeDocument/2006/relationships/notesSlide" Target="/ppt/notesSlides/notesSlide72.xml" Id="Racf9b051f2b145b7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2a4df48804bd2" /><Relationship Type="http://schemas.openxmlformats.org/officeDocument/2006/relationships/image" Target="/ppt/media/image6.png" Id="R9b4486a7af2a4396" /><Relationship Type="http://schemas.openxmlformats.org/officeDocument/2006/relationships/notesSlide" Target="/ppt/notesSlides/notesSlide73.xml" Id="Ra7781d965eb24571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807af89f9461d" /><Relationship Type="http://schemas.openxmlformats.org/officeDocument/2006/relationships/image" Target="/ppt/media/image7.png" Id="Ra31859edde824851" /><Relationship Type="http://schemas.openxmlformats.org/officeDocument/2006/relationships/notesSlide" Target="/ppt/notesSlides/notesSlide74.xml" Id="Re3c9cbd2bf7b404e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5b6fc9d9b4793" /><Relationship Type="http://schemas.openxmlformats.org/officeDocument/2006/relationships/image" Target="/ppt/media/image8.png" Id="Rd114b479f5ea460a" /><Relationship Type="http://schemas.openxmlformats.org/officeDocument/2006/relationships/notesSlide" Target="/ppt/notesSlides/notesSlide75.xml" Id="R052ec6b5b5944289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5410194204ac0" /><Relationship Type="http://schemas.openxmlformats.org/officeDocument/2006/relationships/image" Target="/ppt/media/image9.png" Id="Rb22ec178f3054cd7" /><Relationship Type="http://schemas.openxmlformats.org/officeDocument/2006/relationships/notesSlide" Target="/ppt/notesSlides/notesSlide76.xml" Id="Rb7b13daaf87f4be3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a37ec90234128" /><Relationship Type="http://schemas.openxmlformats.org/officeDocument/2006/relationships/image" Target="/ppt/media/image10.png" Id="R38bec18b84ed4451" /><Relationship Type="http://schemas.openxmlformats.org/officeDocument/2006/relationships/notesSlide" Target="/ppt/notesSlides/notesSlide77.xml" Id="R3b3c0a72c9214124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16a70174f4fa7" /><Relationship Type="http://schemas.openxmlformats.org/officeDocument/2006/relationships/image" Target="/ppt/media/image11.png" Id="R2cab15a939344ef4" /><Relationship Type="http://schemas.openxmlformats.org/officeDocument/2006/relationships/notesSlide" Target="/ppt/notesSlides/notesSlide78.xml" Id="Rbbf17a4647d54b30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bff1031204f97" /><Relationship Type="http://schemas.openxmlformats.org/officeDocument/2006/relationships/image" Target="/ppt/media/image12.png" Id="Rb43ce54bc89741d4" /><Relationship Type="http://schemas.openxmlformats.org/officeDocument/2006/relationships/notesSlide" Target="/ppt/notesSlides/notesSlide79.xml" Id="R7644c094474644a1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2496dddf341bb" /><Relationship Type="http://schemas.openxmlformats.org/officeDocument/2006/relationships/image" Target="/ppt/media/image13.png" Id="R3371a576fb154112" /><Relationship Type="http://schemas.openxmlformats.org/officeDocument/2006/relationships/notesSlide" Target="/ppt/notesSlides/notesSlide80.xml" Id="R716e9657fba44410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eb5ab181d4374" /><Relationship Type="http://schemas.openxmlformats.org/officeDocument/2006/relationships/image" Target="/ppt/media/image14.png" Id="Re07d2133515f45fa" /><Relationship Type="http://schemas.openxmlformats.org/officeDocument/2006/relationships/notesSlide" Target="/ppt/notesSlides/notesSlide81.xml" Id="R365f5ce373084aeb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2bca42e8c4e4f" /><Relationship Type="http://schemas.openxmlformats.org/officeDocument/2006/relationships/image" Target="/ppt/media/image15.png" Id="R855f9403f2044657" /><Relationship Type="http://schemas.openxmlformats.org/officeDocument/2006/relationships/notesSlide" Target="/ppt/notesSlides/notesSlide82.xml" Id="Rbbd40262125a4988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6a19f0a3546af" /><Relationship Type="http://schemas.openxmlformats.org/officeDocument/2006/relationships/image" Target="/ppt/media/image16.png" Id="R2aeda72749524753" /><Relationship Type="http://schemas.openxmlformats.org/officeDocument/2006/relationships/notesSlide" Target="/ppt/notesSlides/notesSlide83.xml" Id="R84044974a89a4603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e740bbd644585" /><Relationship Type="http://schemas.openxmlformats.org/officeDocument/2006/relationships/image" Target="/ppt/media/image17.png" Id="R77aa99207e29414d" /><Relationship Type="http://schemas.openxmlformats.org/officeDocument/2006/relationships/notesSlide" Target="/ppt/notesSlides/notesSlide84.xml" Id="R1ca6f02cbdcf4ff9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839b5f16f40b4" /><Relationship Type="http://schemas.openxmlformats.org/officeDocument/2006/relationships/image" Target="/ppt/media/image18.png" Id="Rbc4cfdbd4aed4c0a" /><Relationship Type="http://schemas.openxmlformats.org/officeDocument/2006/relationships/notesSlide" Target="/ppt/notesSlides/notesSlide85.xml" Id="R61bb4952b52442d8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2efa363f6457a" /><Relationship Type="http://schemas.openxmlformats.org/officeDocument/2006/relationships/image" Target="/ppt/media/image19.png" Id="Ra5cac42b11f74733" /><Relationship Type="http://schemas.openxmlformats.org/officeDocument/2006/relationships/notesSlide" Target="/ppt/notesSlides/notesSlide86.xml" Id="R4afeb1371189440f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8da0b069c443c" /><Relationship Type="http://schemas.openxmlformats.org/officeDocument/2006/relationships/image" Target="/ppt/media/image20.png" Id="Rcba2f539d356423b" /><Relationship Type="http://schemas.openxmlformats.org/officeDocument/2006/relationships/notesSlide" Target="/ppt/notesSlides/notesSlide87.xml" Id="Raca8fadf0c36413f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a7b7b63514f81" /><Relationship Type="http://schemas.openxmlformats.org/officeDocument/2006/relationships/image" Target="/ppt/media/image21.png" Id="Ra53d14ca27f5437f" /><Relationship Type="http://schemas.openxmlformats.org/officeDocument/2006/relationships/notesSlide" Target="/ppt/notesSlides/notesSlide88.xml" Id="R1086fb1366774b97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6d094fc1a49c0" /><Relationship Type="http://schemas.openxmlformats.org/officeDocument/2006/relationships/image" Target="/ppt/media/image22.png" Id="R29c0f3bbbd484b24" /><Relationship Type="http://schemas.openxmlformats.org/officeDocument/2006/relationships/notesSlide" Target="/ppt/notesSlides/notesSlide89.xml" Id="Rc0b2c5eaaf8f440a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af15cf2d94494" /><Relationship Type="http://schemas.openxmlformats.org/officeDocument/2006/relationships/image" Target="/ppt/media/image23.png" Id="Rb591ff21d79e4728" /><Relationship Type="http://schemas.openxmlformats.org/officeDocument/2006/relationships/notesSlide" Target="/ppt/notesSlides/notesSlide90.xml" Id="R2e23ece2043f40ef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4407340384efe" /><Relationship Type="http://schemas.openxmlformats.org/officeDocument/2006/relationships/image" Target="/ppt/media/image24.png" Id="R3d970d2d5b1b4ddc" /><Relationship Type="http://schemas.openxmlformats.org/officeDocument/2006/relationships/notesSlide" Target="/ppt/notesSlides/notesSlide91.xml" Id="R0b54788ff8694f91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ada0f13ca4e7b" /><Relationship Type="http://schemas.openxmlformats.org/officeDocument/2006/relationships/image" Target="/ppt/media/image25.png" Id="R35ce99fa0e6c4c28" /><Relationship Type="http://schemas.openxmlformats.org/officeDocument/2006/relationships/notesSlide" Target="/ppt/notesSlides/notesSlide92.xml" Id="Ra42774633e3f4d1c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3b91470f64d3d" /><Relationship Type="http://schemas.openxmlformats.org/officeDocument/2006/relationships/image" Target="/ppt/media/image26.png" Id="R6a08fd1f5f284fa4" /><Relationship Type="http://schemas.openxmlformats.org/officeDocument/2006/relationships/notesSlide" Target="/ppt/notesSlides/notesSlide93.xml" Id="R813008525aa14b07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aa01f1af648a7" /><Relationship Type="http://schemas.openxmlformats.org/officeDocument/2006/relationships/image" Target="/ppt/media/image27.png" Id="R6610df3b773d498e" /><Relationship Type="http://schemas.openxmlformats.org/officeDocument/2006/relationships/notesSlide" Target="/ppt/notesSlides/notesSlide94.xml" Id="Ra879e2af6bbf4b72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49f3706dc4115" /><Relationship Type="http://schemas.openxmlformats.org/officeDocument/2006/relationships/image" Target="/ppt/media/image28.png" Id="R8abb0a0b7b8649f9" /><Relationship Type="http://schemas.openxmlformats.org/officeDocument/2006/relationships/notesSlide" Target="/ppt/notesSlides/notesSlide95.xml" Id="R0076bbefbd8f447a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a1cb3f2be4c4b" /><Relationship Type="http://schemas.openxmlformats.org/officeDocument/2006/relationships/image" Target="/ppt/media/image29.png" Id="Rd0afaec1e5fc481b" /><Relationship Type="http://schemas.openxmlformats.org/officeDocument/2006/relationships/notesSlide" Target="/ppt/notesSlides/notesSlide96.xml" Id="R9e5ae1ea02f64037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4b85956a8463a" /><Relationship Type="http://schemas.openxmlformats.org/officeDocument/2006/relationships/image" Target="/ppt/media/image30.png" Id="R695d18e2c0f94791" /><Relationship Type="http://schemas.openxmlformats.org/officeDocument/2006/relationships/notesSlide" Target="/ppt/notesSlides/notesSlide97.xml" Id="Ra3999ef7feb64900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50654ae7c4d8a" /><Relationship Type="http://schemas.openxmlformats.org/officeDocument/2006/relationships/image" Target="/ppt/media/image31.png" Id="Rded30cb0c7c14795" /><Relationship Type="http://schemas.openxmlformats.org/officeDocument/2006/relationships/notesSlide" Target="/ppt/notesSlides/notesSlide98.xml" Id="R18a67777cd1a437f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693cc315c48d2" /><Relationship Type="http://schemas.openxmlformats.org/officeDocument/2006/relationships/image" Target="/ppt/media/image32.png" Id="Rdc70e697e3d84857" /><Relationship Type="http://schemas.openxmlformats.org/officeDocument/2006/relationships/notesSlide" Target="/ppt/notesSlides/notesSlide99.xml" Id="R631f8fadbd9e4c60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34e61c2644739" /><Relationship Type="http://schemas.openxmlformats.org/officeDocument/2006/relationships/image" Target="/ppt/media/image33.png" Id="Rc6180a1debeb439c" /><Relationship Type="http://schemas.openxmlformats.org/officeDocument/2006/relationships/notesSlide" Target="/ppt/notesSlides/notesSlide100.xml" Id="R75d68505843e4056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7ab7ff3234ce1" /><Relationship Type="http://schemas.openxmlformats.org/officeDocument/2006/relationships/image" Target="/ppt/media/image34.png" Id="R4db16b38456845b1" /><Relationship Type="http://schemas.openxmlformats.org/officeDocument/2006/relationships/notesSlide" Target="/ppt/notesSlides/notesSlide101.xml" Id="Rac9252864dca43e4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f0fc8afb941eb" /><Relationship Type="http://schemas.openxmlformats.org/officeDocument/2006/relationships/image" Target="/ppt/media/image35.png" Id="R9640c87766d647ae" /><Relationship Type="http://schemas.openxmlformats.org/officeDocument/2006/relationships/notesSlide" Target="/ppt/notesSlides/notesSlide102.xml" Id="R272867631fda41ab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9710b35194ee0" /><Relationship Type="http://schemas.openxmlformats.org/officeDocument/2006/relationships/image" Target="/ppt/media/image36.png" Id="R788a1b5785f54028" /><Relationship Type="http://schemas.openxmlformats.org/officeDocument/2006/relationships/notesSlide" Target="/ppt/notesSlides/notesSlide103.xml" Id="R2af1ec0628394e4d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938d6c7974b2b" /><Relationship Type="http://schemas.openxmlformats.org/officeDocument/2006/relationships/image" Target="/ppt/media/image37.png" Id="R83df969b9c9f4c4d" /><Relationship Type="http://schemas.openxmlformats.org/officeDocument/2006/relationships/notesSlide" Target="/ppt/notesSlides/notesSlide104.xml" Id="R4d789b17b82a453f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c690366204f91" /><Relationship Type="http://schemas.openxmlformats.org/officeDocument/2006/relationships/image" Target="/ppt/media/image38.png" Id="Rceeab3a8dc7243b0" /><Relationship Type="http://schemas.openxmlformats.org/officeDocument/2006/relationships/notesSlide" Target="/ppt/notesSlides/notesSlide105.xml" Id="R451218926cf64544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093c3e5f64911" /><Relationship Type="http://schemas.openxmlformats.org/officeDocument/2006/relationships/image" Target="/ppt/media/image39.png" Id="Raeaf5daa1fca4ba7" /><Relationship Type="http://schemas.openxmlformats.org/officeDocument/2006/relationships/notesSlide" Target="/ppt/notesSlides/notesSlide106.xml" Id="Rf7ab0ed494b04fb5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43cc04a764a9e" /><Relationship Type="http://schemas.openxmlformats.org/officeDocument/2006/relationships/image" Target="/ppt/media/image40.png" Id="Ra1ea78fafb2e4a3e" /><Relationship Type="http://schemas.openxmlformats.org/officeDocument/2006/relationships/notesSlide" Target="/ppt/notesSlides/notesSlide107.xml" Id="Rd93b8e558600413f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e3ba7322f4d19" /><Relationship Type="http://schemas.openxmlformats.org/officeDocument/2006/relationships/image" Target="/ppt/media/image41.png" Id="Rbd90c1eb55484aee" /><Relationship Type="http://schemas.openxmlformats.org/officeDocument/2006/relationships/notesSlide" Target="/ppt/notesSlides/notesSlide108.xml" Id="Rac008887924241a4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49fab8c9146b4" /><Relationship Type="http://schemas.openxmlformats.org/officeDocument/2006/relationships/image" Target="/ppt/media/image42.png" Id="R18fa6bf8d13f4189" /><Relationship Type="http://schemas.openxmlformats.org/officeDocument/2006/relationships/notesSlide" Target="/ppt/notesSlides/notesSlide109.xml" Id="R80a7dd26b1f643d0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dc9476c0a456d" /><Relationship Type="http://schemas.openxmlformats.org/officeDocument/2006/relationships/image" Target="/ppt/media/image43.png" Id="R5c5f23662cbb4711" /><Relationship Type="http://schemas.openxmlformats.org/officeDocument/2006/relationships/notesSlide" Target="/ppt/notesSlides/notesSlide110.xml" Id="R40e8cffa009d4f66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77695e817430b" /><Relationship Type="http://schemas.openxmlformats.org/officeDocument/2006/relationships/image" Target="/ppt/media/image44.png" Id="R785a530df8cf4797" /><Relationship Type="http://schemas.openxmlformats.org/officeDocument/2006/relationships/notesSlide" Target="/ppt/notesSlides/notesSlide111.xml" Id="R3c124663d1f74ba5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0a8d2eb6c4206" /><Relationship Type="http://schemas.openxmlformats.org/officeDocument/2006/relationships/image" Target="/ppt/media/image45.png" Id="Rfcd18d56e19e4d6c" /><Relationship Type="http://schemas.openxmlformats.org/officeDocument/2006/relationships/notesSlide" Target="/ppt/notesSlides/notesSlide112.xml" Id="R95925c405e994146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27f264116482d" /><Relationship Type="http://schemas.openxmlformats.org/officeDocument/2006/relationships/image" Target="/ppt/media/image46.png" Id="R0e66479649b242dd" /><Relationship Type="http://schemas.openxmlformats.org/officeDocument/2006/relationships/notesSlide" Target="/ppt/notesSlides/notesSlide113.xml" Id="Re6a44a04b5024ba7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4c3da3d1f43b2" /><Relationship Type="http://schemas.openxmlformats.org/officeDocument/2006/relationships/image" Target="/ppt/media/image47.png" Id="R87da4fdb705a4d22" /><Relationship Type="http://schemas.openxmlformats.org/officeDocument/2006/relationships/notesSlide" Target="/ppt/notesSlides/notesSlide114.xml" Id="R3260d450fe38450a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6e11bfed84b98" /><Relationship Type="http://schemas.openxmlformats.org/officeDocument/2006/relationships/image" Target="/ppt/media/image48.png" Id="Rd94a0f90c3c6439a" /><Relationship Type="http://schemas.openxmlformats.org/officeDocument/2006/relationships/notesSlide" Target="/ppt/notesSlides/notesSlide115.xml" Id="R58a85c87c0c74cbc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f460726c54e31" /><Relationship Type="http://schemas.openxmlformats.org/officeDocument/2006/relationships/image" Target="/ppt/media/image49.png" Id="R6149e59d0fcb4bb5" /><Relationship Type="http://schemas.openxmlformats.org/officeDocument/2006/relationships/notesSlide" Target="/ppt/notesSlides/notesSlide116.xml" Id="R75083d1e73f844b0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8d9eeaac74fbf" /><Relationship Type="http://schemas.openxmlformats.org/officeDocument/2006/relationships/image" Target="/ppt/media/image50.png" Id="R972d995440da496d" /><Relationship Type="http://schemas.openxmlformats.org/officeDocument/2006/relationships/notesSlide" Target="/ppt/notesSlides/notesSlide117.xml" Id="R97018b8aa84e4b48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81975f8af4e8f" /><Relationship Type="http://schemas.openxmlformats.org/officeDocument/2006/relationships/image" Target="/ppt/media/image51.png" Id="R8e6a903ba97b46fd" /><Relationship Type="http://schemas.openxmlformats.org/officeDocument/2006/relationships/notesSlide" Target="/ppt/notesSlides/notesSlide118.xml" Id="Rb373e8f061b2417e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faaf35ffc4fb3" /><Relationship Type="http://schemas.openxmlformats.org/officeDocument/2006/relationships/image" Target="/ppt/media/image52.png" Id="R0ab503c956764ff8" /><Relationship Type="http://schemas.openxmlformats.org/officeDocument/2006/relationships/notesSlide" Target="/ppt/notesSlides/notesSlide119.xml" Id="R721e3efb08034852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819c8ce894dc5" /><Relationship Type="http://schemas.openxmlformats.org/officeDocument/2006/relationships/image" Target="/ppt/media/image53.png" Id="R16da501e7fba47c3" /><Relationship Type="http://schemas.openxmlformats.org/officeDocument/2006/relationships/notesSlide" Target="/ppt/notesSlides/notesSlide120.xml" Id="Ra6067994e75b4b39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4241ba0134bb1" /><Relationship Type="http://schemas.openxmlformats.org/officeDocument/2006/relationships/image" Target="/ppt/media/image54.png" Id="Rcf6d630eef4b4133" /><Relationship Type="http://schemas.openxmlformats.org/officeDocument/2006/relationships/notesSlide" Target="/ppt/notesSlides/notesSlide121.xml" Id="Redf9f6b4dd5a4a11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3554dc43249a0" /><Relationship Type="http://schemas.openxmlformats.org/officeDocument/2006/relationships/image" Target="/ppt/media/image55.png" Id="R36be3f90b12e450a" /><Relationship Type="http://schemas.openxmlformats.org/officeDocument/2006/relationships/notesSlide" Target="/ppt/notesSlides/notesSlide122.xml" Id="Rd1a2924fd3624565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7512d47834788" /><Relationship Type="http://schemas.openxmlformats.org/officeDocument/2006/relationships/image" Target="/ppt/media/image56.png" Id="Rbbf00b6702c84357" /><Relationship Type="http://schemas.openxmlformats.org/officeDocument/2006/relationships/notesSlide" Target="/ppt/notesSlides/notesSlide123.xml" Id="R209c72f563d44099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cce286cc1493c" /><Relationship Type="http://schemas.openxmlformats.org/officeDocument/2006/relationships/image" Target="/ppt/media/image57.png" Id="R6e48f4712148480d" /><Relationship Type="http://schemas.openxmlformats.org/officeDocument/2006/relationships/notesSlide" Target="/ppt/notesSlides/notesSlide124.xml" Id="R613bbd68122046df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b03abdfb944da" /><Relationship Type="http://schemas.openxmlformats.org/officeDocument/2006/relationships/image" Target="/ppt/media/image58.png" Id="Ra0b536ce6f5f4d91" /><Relationship Type="http://schemas.openxmlformats.org/officeDocument/2006/relationships/notesSlide" Target="/ppt/notesSlides/notesSlide125.xml" Id="Rc1482317443f4891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1eb29cc5d4b4d" /><Relationship Type="http://schemas.openxmlformats.org/officeDocument/2006/relationships/image" Target="/ppt/media/image59.png" Id="R7405eeb146494c3c" /><Relationship Type="http://schemas.openxmlformats.org/officeDocument/2006/relationships/notesSlide" Target="/ppt/notesSlides/notesSlide126.xml" Id="Rf458f1e3b41f44bb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b5fcef1694c9c" /><Relationship Type="http://schemas.openxmlformats.org/officeDocument/2006/relationships/image" Target="/ppt/media/image60.png" Id="Ra0705874cd644dd9" /><Relationship Type="http://schemas.openxmlformats.org/officeDocument/2006/relationships/notesSlide" Target="/ppt/notesSlides/notesSlide127.xml" Id="R1ec5b80099de48f2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1c36214d44889" /><Relationship Type="http://schemas.openxmlformats.org/officeDocument/2006/relationships/image" Target="/ppt/media/image61.png" Id="Rad408d13d22a44f5" /><Relationship Type="http://schemas.openxmlformats.org/officeDocument/2006/relationships/notesSlide" Target="/ppt/notesSlides/notesSlide128.xml" Id="R9be8192e396a4912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6ef3e3f3141fe" /><Relationship Type="http://schemas.openxmlformats.org/officeDocument/2006/relationships/image" Target="/ppt/media/image62.png" Id="Rbf86b8a4c6874f96" /><Relationship Type="http://schemas.openxmlformats.org/officeDocument/2006/relationships/notesSlide" Target="/ppt/notesSlides/notesSlide129.xml" Id="Rd8118f4ce3704cf7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18ab53dc64d55" /><Relationship Type="http://schemas.openxmlformats.org/officeDocument/2006/relationships/image" Target="/ppt/media/image63.png" Id="R322baad4a64f4826" /><Relationship Type="http://schemas.openxmlformats.org/officeDocument/2006/relationships/notesSlide" Target="/ppt/notesSlides/notesSlide130.xml" Id="R602ed1cd45ab474b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3a340141d453c" /><Relationship Type="http://schemas.openxmlformats.org/officeDocument/2006/relationships/image" Target="/ppt/media/image64.png" Id="Rd5b9e0ebb8c941fc" /><Relationship Type="http://schemas.openxmlformats.org/officeDocument/2006/relationships/notesSlide" Target="/ppt/notesSlides/notesSlide131.xml" Id="R21cc095629cd462d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f6fa923fe4c17" /><Relationship Type="http://schemas.openxmlformats.org/officeDocument/2006/relationships/image" Target="/ppt/media/image65.png" Id="R5729e9a07d614a96" /><Relationship Type="http://schemas.openxmlformats.org/officeDocument/2006/relationships/notesSlide" Target="/ppt/notesSlides/notesSlide132.xml" Id="Rab6d99ab310544a5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ccfdfda85463b" /><Relationship Type="http://schemas.openxmlformats.org/officeDocument/2006/relationships/image" Target="/ppt/media/image66.png" Id="Rd2e518c29bf04dbe" /><Relationship Type="http://schemas.openxmlformats.org/officeDocument/2006/relationships/notesSlide" Target="/ppt/notesSlides/notesSlide133.xml" Id="R7515ddb7366f4c62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56f3a5cfa4ebb" /><Relationship Type="http://schemas.openxmlformats.org/officeDocument/2006/relationships/image" Target="/ppt/media/image67.png" Id="R1092088158f043ea" /><Relationship Type="http://schemas.openxmlformats.org/officeDocument/2006/relationships/notesSlide" Target="/ppt/notesSlides/notesSlide134.xml" Id="Rf81dd3681da94716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a418ad7544b5e" /><Relationship Type="http://schemas.openxmlformats.org/officeDocument/2006/relationships/image" Target="/ppt/media/image68.png" Id="Rd01edc206a884607" /><Relationship Type="http://schemas.openxmlformats.org/officeDocument/2006/relationships/notesSlide" Target="/ppt/notesSlides/notesSlide135.xml" Id="R3279b31e3e2b49c4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da2dc614e464e" /><Relationship Type="http://schemas.openxmlformats.org/officeDocument/2006/relationships/image" Target="/ppt/media/image69.png" Id="R42a47aff5b374837" /><Relationship Type="http://schemas.openxmlformats.org/officeDocument/2006/relationships/notesSlide" Target="/ppt/notesSlides/notesSlide136.xml" Id="Rfe45320623934616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f3461e86b4b9f" /><Relationship Type="http://schemas.openxmlformats.org/officeDocument/2006/relationships/image" Target="/ppt/media/image70.png" Id="R5f030d56a82f4ca9" /><Relationship Type="http://schemas.openxmlformats.org/officeDocument/2006/relationships/notesSlide" Target="/ppt/notesSlides/notesSlide137.xml" Id="R8e147d1dc7864560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3c889069a4615" /><Relationship Type="http://schemas.openxmlformats.org/officeDocument/2006/relationships/image" Target="/ppt/media/image71.png" Id="R1725aa4fd6e64823" /><Relationship Type="http://schemas.openxmlformats.org/officeDocument/2006/relationships/notesSlide" Target="/ppt/notesSlides/notesSlide138.xml" Id="R7fe62b3aa6414a9b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19fd2e42e450f" /><Relationship Type="http://schemas.openxmlformats.org/officeDocument/2006/relationships/image" Target="/ppt/media/image72.png" Id="R8395601ee9364dbc" /><Relationship Type="http://schemas.openxmlformats.org/officeDocument/2006/relationships/notesSlide" Target="/ppt/notesSlides/notesSlide139.xml" Id="Rcd9a543094de4194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16c58064d42b2" /><Relationship Type="http://schemas.openxmlformats.org/officeDocument/2006/relationships/image" Target="/ppt/media/image73.png" Id="R2a5e784ddb834bbd" /><Relationship Type="http://schemas.openxmlformats.org/officeDocument/2006/relationships/notesSlide" Target="/ppt/notesSlides/notesSlide140.xml" Id="R543a2d066c624856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259a257ae4fe7" /><Relationship Type="http://schemas.openxmlformats.org/officeDocument/2006/relationships/image" Target="/ppt/media/image74.png" Id="Rddbc4bfe9ccd4ba4" /><Relationship Type="http://schemas.openxmlformats.org/officeDocument/2006/relationships/notesSlide" Target="/ppt/notesSlides/notesSlide141.xml" Id="Rb6c6542033b44d30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3f746932d4616" /><Relationship Type="http://schemas.openxmlformats.org/officeDocument/2006/relationships/image" Target="/ppt/media/image75.png" Id="Ra89e1d04e6cd4c20" /><Relationship Type="http://schemas.openxmlformats.org/officeDocument/2006/relationships/notesSlide" Target="/ppt/notesSlides/notesSlide142.xml" Id="Rdf8903ebd64442cb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8aef86bf74de8" /><Relationship Type="http://schemas.openxmlformats.org/officeDocument/2006/relationships/image" Target="/ppt/media/image76.png" Id="Ra469661b945f4311" /><Relationship Type="http://schemas.openxmlformats.org/officeDocument/2006/relationships/notesSlide" Target="/ppt/notesSlides/notesSlide143.xml" Id="R75fde703480e4502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c09a493c14660" /><Relationship Type="http://schemas.openxmlformats.org/officeDocument/2006/relationships/image" Target="/ppt/media/image77.png" Id="R33711be419a94135" /><Relationship Type="http://schemas.openxmlformats.org/officeDocument/2006/relationships/notesSlide" Target="/ppt/notesSlides/notesSlide144.xml" Id="R110c1435ace04744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1a06792a44813" /><Relationship Type="http://schemas.openxmlformats.org/officeDocument/2006/relationships/image" Target="/ppt/media/image78.png" Id="R581b354eaad94042" /><Relationship Type="http://schemas.openxmlformats.org/officeDocument/2006/relationships/notesSlide" Target="/ppt/notesSlides/notesSlide145.xml" Id="R9b70333c530b4eec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71a3d197a4cdc" /><Relationship Type="http://schemas.openxmlformats.org/officeDocument/2006/relationships/image" Target="/ppt/media/image79.png" Id="R65e0082f6c1448d0" /><Relationship Type="http://schemas.openxmlformats.org/officeDocument/2006/relationships/notesSlide" Target="/ppt/notesSlides/notesSlide146.xml" Id="Rda7ca683247f4c87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1eca0958d4817" /><Relationship Type="http://schemas.openxmlformats.org/officeDocument/2006/relationships/image" Target="/ppt/media/image80.png" Id="R86c18c6f63ea4467" /><Relationship Type="http://schemas.openxmlformats.org/officeDocument/2006/relationships/notesSlide" Target="/ppt/notesSlides/notesSlide147.xml" Id="R5dcd0376c6d2429d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8cfa697754485" /><Relationship Type="http://schemas.openxmlformats.org/officeDocument/2006/relationships/image" Target="/ppt/media/image81.png" Id="Rb9c08d57b6c54790" /><Relationship Type="http://schemas.openxmlformats.org/officeDocument/2006/relationships/notesSlide" Target="/ppt/notesSlides/notesSlide148.xml" Id="Ra4b7461b79a9412c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4887f3ca04735" /><Relationship Type="http://schemas.openxmlformats.org/officeDocument/2006/relationships/image" Target="/ppt/media/image82.png" Id="R6e1b7ca337d048d5" /><Relationship Type="http://schemas.openxmlformats.org/officeDocument/2006/relationships/notesSlide" Target="/ppt/notesSlides/notesSlide149.xml" Id="R02720df403434094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5670b3df24f18" /><Relationship Type="http://schemas.openxmlformats.org/officeDocument/2006/relationships/image" Target="/ppt/media/image83.png" Id="R3f68fa24b3244fdb" /><Relationship Type="http://schemas.openxmlformats.org/officeDocument/2006/relationships/notesSlide" Target="/ppt/notesSlides/notesSlide150.xml" Id="Rcf09198f16054256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ea6b8f733474e" /><Relationship Type="http://schemas.openxmlformats.org/officeDocument/2006/relationships/image" Target="/ppt/media/image84.png" Id="R71b169b132434771" /><Relationship Type="http://schemas.openxmlformats.org/officeDocument/2006/relationships/notesSlide" Target="/ppt/notesSlides/notesSlide151.xml" Id="R8eb62ca287b34f7b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3025e9b634420" /><Relationship Type="http://schemas.openxmlformats.org/officeDocument/2006/relationships/image" Target="/ppt/media/image85.png" Id="R3ef1dfdf50094bc9" /><Relationship Type="http://schemas.openxmlformats.org/officeDocument/2006/relationships/notesSlide" Target="/ppt/notesSlides/notesSlide152.xml" Id="Ra47d04a603594b24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9064ccfbd477b" /><Relationship Type="http://schemas.openxmlformats.org/officeDocument/2006/relationships/image" Target="/ppt/media/image86.png" Id="Rdc9549cfe9954ce1" /><Relationship Type="http://schemas.openxmlformats.org/officeDocument/2006/relationships/notesSlide" Target="/ppt/notesSlides/notesSlide153.xml" Id="R1a483cc75ed443da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a140d2c914139" /><Relationship Type="http://schemas.openxmlformats.org/officeDocument/2006/relationships/image" Target="/ppt/media/image87.png" Id="R517c0adaa4e94c9b" /><Relationship Type="http://schemas.openxmlformats.org/officeDocument/2006/relationships/notesSlide" Target="/ppt/notesSlides/notesSlide154.xml" Id="Raec85608a7994f61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b71d1efb1481f" /><Relationship Type="http://schemas.openxmlformats.org/officeDocument/2006/relationships/image" Target="/ppt/media/image88.png" Id="R9f8fcec96271499d" /><Relationship Type="http://schemas.openxmlformats.org/officeDocument/2006/relationships/notesSlide" Target="/ppt/notesSlides/notesSlide155.xml" Id="Rba2ff3fc2f114acd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e5e463d2f447b" /><Relationship Type="http://schemas.openxmlformats.org/officeDocument/2006/relationships/image" Target="/ppt/media/image89.png" Id="R74453ed6347f4449" /><Relationship Type="http://schemas.openxmlformats.org/officeDocument/2006/relationships/notesSlide" Target="/ppt/notesSlides/notesSlide156.xml" Id="R8075c96ba5624135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9e04708df4b8e" /><Relationship Type="http://schemas.openxmlformats.org/officeDocument/2006/relationships/image" Target="/ppt/media/image90.png" Id="R741ecf3e44494e05" /><Relationship Type="http://schemas.openxmlformats.org/officeDocument/2006/relationships/notesSlide" Target="/ppt/notesSlides/notesSlide157.xml" Id="Re2e6d8139be049c8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2ab8250284500" /><Relationship Type="http://schemas.openxmlformats.org/officeDocument/2006/relationships/image" Target="/ppt/media/image91.png" Id="Rb197a135be30452b" /><Relationship Type="http://schemas.openxmlformats.org/officeDocument/2006/relationships/notesSlide" Target="/ppt/notesSlides/notesSlide158.xml" Id="R02a4370628df44dd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e0d4205084dcc" /><Relationship Type="http://schemas.openxmlformats.org/officeDocument/2006/relationships/image" Target="/ppt/media/image92.png" Id="R1c1f78771a0144c4" /><Relationship Type="http://schemas.openxmlformats.org/officeDocument/2006/relationships/notesSlide" Target="/ppt/notesSlides/notesSlide159.xml" Id="R479c80202278417f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3df939fee4945" /><Relationship Type="http://schemas.openxmlformats.org/officeDocument/2006/relationships/image" Target="/ppt/media/image93.png" Id="R4ec0766b90fc414a" /><Relationship Type="http://schemas.openxmlformats.org/officeDocument/2006/relationships/notesSlide" Target="/ppt/notesSlides/notesSlide160.xml" Id="R1423e4773d374d3b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87e9afa2e48bc" /><Relationship Type="http://schemas.openxmlformats.org/officeDocument/2006/relationships/image" Target="/ppt/media/image94.png" Id="R15fe54e0cafe40c9" /><Relationship Type="http://schemas.openxmlformats.org/officeDocument/2006/relationships/notesSlide" Target="/ppt/notesSlides/notesSlide161.xml" Id="Rbec9cf9284d34821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19fc2c11341d8" /><Relationship Type="http://schemas.openxmlformats.org/officeDocument/2006/relationships/image" Target="/ppt/media/image95.png" Id="R0886cd0e964f4d9c" /><Relationship Type="http://schemas.openxmlformats.org/officeDocument/2006/relationships/notesSlide" Target="/ppt/notesSlides/notesSlide162.xml" Id="R28dcb718a6aa404b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c52617e24439b" /><Relationship Type="http://schemas.openxmlformats.org/officeDocument/2006/relationships/image" Target="/ppt/media/image96.png" Id="Rc35ae3698f174af4" /><Relationship Type="http://schemas.openxmlformats.org/officeDocument/2006/relationships/notesSlide" Target="/ppt/notesSlides/notesSlide163.xml" Id="R276b63e2d36a4aa2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d96d686644c44" /><Relationship Type="http://schemas.openxmlformats.org/officeDocument/2006/relationships/image" Target="/ppt/media/image97.png" Id="R51b958c464e24972" /><Relationship Type="http://schemas.openxmlformats.org/officeDocument/2006/relationships/notesSlide" Target="/ppt/notesSlides/notesSlide164.xml" Id="R86406ba15dac47f0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1404bbbf54278" /><Relationship Type="http://schemas.openxmlformats.org/officeDocument/2006/relationships/image" Target="/ppt/media/image98.png" Id="Rd216504da0534067" /><Relationship Type="http://schemas.openxmlformats.org/officeDocument/2006/relationships/notesSlide" Target="/ppt/notesSlides/notesSlide165.xml" Id="R10fcca8e39964bd9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286cc6d3d4d17" /><Relationship Type="http://schemas.openxmlformats.org/officeDocument/2006/relationships/image" Target="/ppt/media/image99.png" Id="R04b3eab072d74098" /><Relationship Type="http://schemas.openxmlformats.org/officeDocument/2006/relationships/notesSlide" Target="/ppt/notesSlides/notesSlide166.xml" Id="Rac278a81d5a042db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8790e54e142e7" /><Relationship Type="http://schemas.openxmlformats.org/officeDocument/2006/relationships/image" Target="/ppt/media/image100.png" Id="Ra8dcf1eabdfb40d5" /><Relationship Type="http://schemas.openxmlformats.org/officeDocument/2006/relationships/notesSlide" Target="/ppt/notesSlides/notesSlide167.xml" Id="R55daebd9e2294713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962a5cb164ce5" /><Relationship Type="http://schemas.openxmlformats.org/officeDocument/2006/relationships/image" Target="/ppt/media/image101.png" Id="R20df59bcbcfc42a6" /><Relationship Type="http://schemas.openxmlformats.org/officeDocument/2006/relationships/notesSlide" Target="/ppt/notesSlides/notesSlide168.xml" Id="R6d138cef7c994dfa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7f400cb5e4ca9" /><Relationship Type="http://schemas.openxmlformats.org/officeDocument/2006/relationships/image" Target="/ppt/media/image102.png" Id="Rfd97353d82f94f4f" /><Relationship Type="http://schemas.openxmlformats.org/officeDocument/2006/relationships/notesSlide" Target="/ppt/notesSlides/notesSlide169.xml" Id="R0f3e35a2c6f7491d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5e5fdc26b48c8" /><Relationship Type="http://schemas.openxmlformats.org/officeDocument/2006/relationships/image" Target="/ppt/media/image103.png" Id="R16346c9fc4cb47e0" /><Relationship Type="http://schemas.openxmlformats.org/officeDocument/2006/relationships/notesSlide" Target="/ppt/notesSlides/notesSlide170.xml" Id="R30b029d85e714825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2ac6816f74f2b" /><Relationship Type="http://schemas.openxmlformats.org/officeDocument/2006/relationships/image" Target="/ppt/media/image104.png" Id="R3db083d7f30d4108" /><Relationship Type="http://schemas.openxmlformats.org/officeDocument/2006/relationships/notesSlide" Target="/ppt/notesSlides/notesSlide171.xml" Id="R938430e2e3a24539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a7b08b7a842d7" /><Relationship Type="http://schemas.openxmlformats.org/officeDocument/2006/relationships/image" Target="/ppt/media/image105.png" Id="Rbe15624d748f4e9a" /><Relationship Type="http://schemas.openxmlformats.org/officeDocument/2006/relationships/notesSlide" Target="/ppt/notesSlides/notesSlide172.xml" Id="R6f2f3fb0bcff428a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82bfbd3484e6e" /><Relationship Type="http://schemas.openxmlformats.org/officeDocument/2006/relationships/image" Target="/ppt/media/image106.png" Id="R1b2e46c70ebe4751" /><Relationship Type="http://schemas.openxmlformats.org/officeDocument/2006/relationships/notesSlide" Target="/ppt/notesSlides/notesSlide173.xml" Id="R1d7305a627db471f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2e7d6cd0b47da" /><Relationship Type="http://schemas.openxmlformats.org/officeDocument/2006/relationships/image" Target="/ppt/media/image107.png" Id="Rf835b5ca7d6c4c36" /><Relationship Type="http://schemas.openxmlformats.org/officeDocument/2006/relationships/notesSlide" Target="/ppt/notesSlides/notesSlide174.xml" Id="R7f16836768004cd0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c26a40d26405e" /><Relationship Type="http://schemas.openxmlformats.org/officeDocument/2006/relationships/image" Target="/ppt/media/image108.png" Id="Rdfca5585185646dc" /><Relationship Type="http://schemas.openxmlformats.org/officeDocument/2006/relationships/notesSlide" Target="/ppt/notesSlides/notesSlide175.xml" Id="Rb79f54a92d73463a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3423d2fb04062" /><Relationship Type="http://schemas.openxmlformats.org/officeDocument/2006/relationships/image" Target="/ppt/media/image109.png" Id="R83c6543a191d408b" /><Relationship Type="http://schemas.openxmlformats.org/officeDocument/2006/relationships/notesSlide" Target="/ppt/notesSlides/notesSlide176.xml" Id="Rfdd248dc08914dd7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af9be7abe4646" /><Relationship Type="http://schemas.openxmlformats.org/officeDocument/2006/relationships/image" Target="/ppt/media/image110.png" Id="R6054b4656bf0428a" /><Relationship Type="http://schemas.openxmlformats.org/officeDocument/2006/relationships/notesSlide" Target="/ppt/notesSlides/notesSlide177.xml" Id="Rec249f40f9514894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1af2657b241c4" /><Relationship Type="http://schemas.openxmlformats.org/officeDocument/2006/relationships/image" Target="/ppt/media/image111.png" Id="Rd07c267361974873" /><Relationship Type="http://schemas.openxmlformats.org/officeDocument/2006/relationships/notesSlide" Target="/ppt/notesSlides/notesSlide178.xml" Id="R115ea12cc1bb4c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EED1F-C7A8-4D96-A135-B239D78D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8ECDF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8ECDF5"/>
                </a:solidFill>
                <a:latin typeface="AppleGothic"/>
                <a:ea typeface="AppleGothic"/>
                <a:cs typeface="AppleGothic"/>
              </a:rPr>
              <a:t>GLOBE_ROUTING · 교수님 발표용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227CC-9492-497D-A7B8-9B06B8C4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676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9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9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9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연구 진행 현황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1FB12-C59E-42D2-94D4-10969B4A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rPr>
              <a:t>제안기법의 탄생 · 수식 · 검증 · 음성 결과 · 한계 · 다음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8FC6E-8FEC-4EA9-8974-1CA2D317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43000"/>
            <a:ext cx="0" cy="37147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F83A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8A2A1-1A93-4B02-99B1-3D1FC4A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8ECDF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8ECDF5"/>
                </a:solidFill>
                <a:latin typeface="AppleGothic"/>
                <a:ea typeface="AppleGothic"/>
                <a:cs typeface="AppleGothic"/>
              </a:rPr>
              <a:t>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5910A-A68A-4FB5-8801-E98EB5F3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Exact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485CC-E813-4293-B82C-32203171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rPr>
              <a:t>Geo-Residual + Predictive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rPr>
              <a:t>위험 기반 로컬 스위칭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2F64F-01A1-4CD6-97A9-3406896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91D7B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 i="0">
                <a:solidFill>
                  <a:srgbClr val="91D7B7"/>
                </a:solidFill>
                <a:latin typeface="AppleGothic"/>
                <a:ea typeface="AppleGothic"/>
                <a:cs typeface="AppleGothic"/>
              </a:rPr>
              <a:t>5 seeds · 14 scenarios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91D7B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 i="0">
                <a:solidFill>
                  <a:srgbClr val="91D7B7"/>
                </a:solidFill>
                <a:latin typeface="AppleGothic"/>
                <a:ea typeface="AppleGothic"/>
                <a:cs typeface="AppleGothic"/>
              </a:rPr>
              <a:t>8-method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44D3F-79AA-47C8-97DD-A99A5A19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7769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62043-0FCC-42EA-83C2-7D3A7E7E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9DC3DD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9DC3DD"/>
                </a:solidFill>
                <a:latin typeface="AppleGothic"/>
                <a:ea typeface="AppleGothic"/>
                <a:cs typeface="AppleGothic"/>
              </a:rPr>
              <a:t>전체 Git branch · 원고 snapshot · artifact · figure 전수 대조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24E70-BD52-4358-A827-36765CD5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96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9DC3DD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9DC3DD"/>
                </a:solidFill>
                <a:latin typeface="AppleGothic"/>
                <a:ea typeface="AppleGothic"/>
                <a:cs typeface="AppleGothic"/>
              </a:rPr>
              <a:t>2026-09-04</a:t>
            </a:r>
          </a:p>
        </p:txBody>
      </p:sp>
    </p:spTree>
    <p:extLst>
      <p:ext uri="{BB962C8B-B14F-4D97-AF65-F5344CB8AC3E}">
        <p14:creationId xmlns:p14="http://schemas.microsoft.com/office/powerpoint/2010/main" val="14004043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5B07F9-2FEA-4A5D-9CF1-A79E7CE7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42FE1-26FD-40B0-95EE-ED29D096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Executive summary — 지금까지 무엇을 확정했는가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FFDA8-F042-4657-91C2-5653BC19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RESEARCH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CEE00-3FB4-40E4-A440-44B0500E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A8024-2543-40F9-9C6C-9FF49470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A3AE2-1364-4C96-8CC5-DA1C8DFC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CONNECTED-PAIR PDR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16340-C6A2-4F33-8EC0-98CBFAD5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76425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0.9053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AB97A-BE50-4514-9ADD-95239713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±0.0014 · 1위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79111-57C2-4488-A8FD-0C7D4635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7162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48EAC-B543-4AD4-AFF6-5A82A6B7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71625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OVERALL PDR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DD83F-58F9-4E21-BCFF-172CDB2B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76425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0.8542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619FF-894F-4708-81C8-679AEAE3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9825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±0.0015 · 1위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0EC7F-3A3C-405F-8432-019F67A8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D39B3-0BD9-40FA-85CC-C4A2722E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71625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DEADLINE RATIO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70846-414B-463E-B80B-10B47089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76425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0.8376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EE166-40B6-4346-928F-00AB6BF7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9825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±0.0014 · 1위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E0740-960F-4250-B544-5DB4EA5F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F844F-3875-4986-8FA8-440C315A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71625"/>
            <a:ext cx="2447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ENERGY / DELIVERED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2D5A1-A72F-44C0-8E97-6673D147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76425"/>
            <a:ext cx="2447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2.2279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3878C-0C22-4482-806B-F32E2B1A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9825"/>
            <a:ext cx="2447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proxy · 1위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81CBF-A422-4BC3-B56C-80C297A5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42EA6-3C83-41C4-A8D5-6093E46A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0" cy="21717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7C5DF-03A7-421C-B3A0-A92B2DEB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391D6F-CB7C-4617-AEDC-67C8E3F3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확정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CD3D68-9F40-4C6A-B1FA-7DD18118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7"/>
              </a:spcAft>
              <a:buNone/>
              <a:def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최종 제안기법은 SwitchGLOBE Exact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7"/>
              </a:spcAft>
              <a:buNone/>
              <a:def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전역 교사는 학습 전용, 배치는 1-hop 두 학생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7"/>
              </a:spcAft>
              <a:buNone/>
              <a:def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Evo-QGeo 대비 신뢰성과 지연·에너지 동시 개선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7"/>
              </a:spcAft>
              <a:buNone/>
              <a:def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98,000 외부비교 + 84,000 ablation episode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4F2153-C2C7-4EF5-9CED-D5980071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93A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B1B957-547C-49A9-BBBC-2FEBB716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909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남은 과제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DAAB89-653A-4879-82B6-236DC668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7"/>
              </a:spcAft>
              <a:buNone/>
              <a:def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225° predictive break + loss에서 약점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7"/>
              </a:spcAft>
              <a:buNone/>
              <a:def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P95 delay와 policy input bytes의 절대 우위 없음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7"/>
              </a:spcAft>
              <a:buNone/>
              <a:def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Fast는 성능 보존 gate 실패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7"/>
              </a:spcAft>
              <a:buNone/>
              <a:def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Early-Exit는 offline gate 검증 단계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A05D8D-C916-4CAB-86A5-50C3A2C4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AD4620-CC07-4BC6-8883-A831918D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E53874-E7A5-4C9D-B54D-6104E1B2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002</a:t>
            </a:r>
          </a:p>
        </p:txBody>
      </p:sp>
    </p:spTree>
    <p:extLst>
      <p:ext uri="{BB962C8B-B14F-4D97-AF65-F5344CB8AC3E}">
        <p14:creationId xmlns:p14="http://schemas.microsoft.com/office/powerpoint/2010/main" val="1728818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41DBB6-01E2-44B2-A916-A39CDCB1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7C7C5-27F8-46A3-8E72-CBC83101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발표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3D07B-4414-4B2B-B5BE-639B517C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RESEARCH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BCB14-1533-44C9-92DC-B60E7B52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29F53-DB37-4FB4-A452-CD05D0CB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CD312-5F9D-4873-A2A4-222CE081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049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배경과 연구 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A16DF-906B-49AD-A38A-FBF08FC4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왜 전역 성능과 로컬 실행을 함께 풀어야 하는가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D30A0-7BA7-45D1-9683-101BCE13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90725"/>
            <a:ext cx="99631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E2B2C-B601-4B72-835F-5476D297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II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E86FC-BE1D-4A30-B4A3-4DD701C5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47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탄생 과정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933DD-7372-4535-95D8-36C54A38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Phase 1–13, branch 병합, 최종 후보의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D871F-6460-46D1-BFF2-C74A2BA6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33675"/>
            <a:ext cx="99631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246E7-500D-4780-A19A-FF976308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III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05D88-1D2D-4AAF-8120-D711A8CA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908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제안기법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57624-312E-4A19-B52D-E7E8289D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9900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PPO 교사, 증류, Geo-Residual, Predictive, switch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BF8B6-94F3-4731-BBB3-46E0A622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76625"/>
            <a:ext cx="99631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835AE-A117-4CF4-86D9-F3F4B8BB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IV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E1A6F-BB76-4CCB-986C-E45D9B5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33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실험과 결과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13C3B-3BF3-49DD-AF0A-DF65D29B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52850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14 scenarios, 8 methods, ablation, latency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E1CBD-DBCB-407E-90A1-876751A2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19575"/>
            <a:ext cx="99631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15CAF-6008-453B-8D65-F53A2FA4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6A613-CE78-45FD-9034-60B1346F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한계와 다음 단계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D4AE88-300A-474A-833F-F55BFF96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95800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실패한 후보, claim boundary, Early-Exit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9D676-1C95-4248-811C-1E4DDFC2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62525"/>
            <a:ext cx="99631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F13167-13AA-4371-AC50-AEC9384F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DDFBC0-9BCE-4E67-84D8-BCAD3EC8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19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상세 부록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A32324-31FC-4CD5-847C-B74D51AE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38750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Git·수식·설정·모든 고유 figure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DA045F-0402-4017-A3C3-AC055C88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05475"/>
            <a:ext cx="99631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CBF399-9F10-48AE-99C6-0853023F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FDDE96-7181-457E-8F50-5A07BC9A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7968DD-2B62-43DD-B77E-A3E8B4C0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003</a:t>
            </a:r>
          </a:p>
        </p:txBody>
      </p:sp>
    </p:spTree>
    <p:extLst>
      <p:ext uri="{BB962C8B-B14F-4D97-AF65-F5344CB8AC3E}">
        <p14:creationId xmlns:p14="http://schemas.microsoft.com/office/powerpoint/2010/main" val="17372225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A4849-DC0B-4071-840D-0AD45849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15DEE-2F05-440C-9646-B5252235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자료를 ‘최종 주장’으로 바꾸는 증거 규칙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EE18C-6360-4D0D-B239-50299206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RESEARCH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E2641-C2CF-4DCC-B8F0-128FB1E5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238250"/>
                <a:gridCol w="3143250"/>
                <a:gridCol w="2857500"/>
                <a:gridCol w="3619500"/>
              </a:tblGrid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우선순위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근거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용도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주의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full / synthesis CSV·manifest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최종 정량 주장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캠페인 범위 확인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현재 코드·config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알고리즘·기본값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미커밋 변경 분리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git log --all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시간·분기·의존성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cherry-pick 중복 제거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원고·발표 snapshot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설명 변화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옛 숫자 재사용 금지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smoke·단일 seed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방향성·debug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확증 결과로 표현 금지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0D931-1E63-41A5-8591-6A0703CB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0478">
            <a:solidFill>
              <a:srgbClr val="E7C68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0809B-5559-4560-B247-5FD93BEB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날짜 한계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C4790-1451-4876-8CD6-E4CE5AB9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최초 커밋(2026-06-19)에 Phase 1–13 작업공간이 이미 포함되어 있어, 초기 단계는 논리 순서만 복원 가능하고 그 이전의 정확한 날짜는 확정할 수 없다.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44DA4-920C-4137-839F-80CE18A1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957BB-39B7-4DDC-8EB9-FC806A2F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84C8C-C374-4221-A074-F031E1F3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004</a:t>
            </a:r>
          </a:p>
        </p:txBody>
      </p:sp>
    </p:spTree>
    <p:extLst>
      <p:ext uri="{BB962C8B-B14F-4D97-AF65-F5344CB8AC3E}">
        <p14:creationId xmlns:p14="http://schemas.microsoft.com/office/powerpoint/2010/main" val="10910329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C3CEA-0D16-44A8-ABA3-0272BD2C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 i="0">
                <a:solidFill>
                  <a:srgbClr val="71B8E8"/>
                </a:solidFill>
                <a:latin typeface="AppleGothic"/>
                <a:ea typeface="AppleGothic"/>
                <a:cs typeface="AppleGothic"/>
              </a:defRPr>
            </a:pPr>
            <a:r>
              <a:rPr sz="4500" b="1" i="0">
                <a:solidFill>
                  <a:srgbClr val="71B8E8"/>
                </a:solidFill>
                <a:latin typeface="AppleGothic"/>
                <a:ea typeface="AppleGothic"/>
                <a:cs typeface="AppleGothic"/>
              </a:rPr>
              <a:t>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D6998-13CF-4B55-893D-5717450E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배경과 연구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0CB30-7CA7-413E-B644-52E29EEB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rPr>
              <a:t>고동적 UAV 네트워크에서 신뢰성·분산성·실시간성의 동시 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6A55E-CF1F-4FD9-B0ED-0256124E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776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05E6B-B0EF-487C-BFB1-A6096851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9DC3DD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9DC3DD"/>
                </a:solidFill>
                <a:latin typeface="AppleGothic"/>
                <a:ea typeface="AppleGothic"/>
                <a:cs typeface="AppleGothic"/>
              </a:rPr>
              <a:t>SwitchGLOBE 연구 진행 현황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BC8B5-9BE0-4DB0-974B-00678FBB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9245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9DC3DD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9DC3DD"/>
                </a:solidFill>
                <a:latin typeface="AppleGothic"/>
                <a:ea typeface="AppleGothic"/>
                <a:cs typeface="AppleGothic"/>
              </a:rPr>
              <a:t>005</a:t>
            </a:r>
          </a:p>
        </p:txBody>
      </p:sp>
    </p:spTree>
    <p:extLst>
      <p:ext uri="{BB962C8B-B14F-4D97-AF65-F5344CB8AC3E}">
        <p14:creationId xmlns:p14="http://schemas.microsoft.com/office/powerpoint/2010/main" val="1526413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EA744-8F7D-4221-8E52-F4FEFD72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0C109-9BBD-4F6F-8E69-26041904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53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FANET 라우팅은 ‘경로 계산’보다 ‘링크가 끊기기 전의 판단’이 어렵다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1F993-52E8-43DC-9A74-90C83706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 · 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632B2-CB40-4DAE-918E-EB6A9CB1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6E09E-611E-40E6-8E29-436B69FF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0" cy="4191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C291A-F902-4D14-911D-745E8CB6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D164D-7709-49A2-9C1A-72C0DB22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환경의 특성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B1058-B721-430B-A24A-B71FDB74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048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UAV 이동으로 topology가 빠르게 변함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이웃 수와 순서가 매 step 달라짐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queue·TTL·link loss가 결합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source–destination 연결 자체가 없는 episode 존재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6C55B-D5E0-4DA7-9A79-F32D9E87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66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30002-4150-48A7-8807-90668829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62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평가의 함정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61FB0-5A7F-4446-8405-63D07DA1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1455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연결 가능한 pair만 보면 성능이 과대평가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평균 delay만 보면 tail latency를 숨김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입력 byte를 control overhead로 오해 가능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단일 seed 개선은 우연일 수 있음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35248-1776-498E-8533-9D0A0CC3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CF88D-2C55-41F3-A600-BA589102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E09AA-2686-4D58-A812-A4652869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006</a:t>
            </a:r>
          </a:p>
        </p:txBody>
      </p:sp>
    </p:spTree>
    <p:extLst>
      <p:ext uri="{BB962C8B-B14F-4D97-AF65-F5344CB8AC3E}">
        <p14:creationId xmlns:p14="http://schemas.microsoft.com/office/powerpoint/2010/main" val="17959066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9E98F-6882-4103-982F-FCDE84FA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192B6-F7E0-470A-BA23-0F183991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전통 라우팅과 학습 라우팅은 서로 다른 병목을 가진다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DFA6A-78C1-4DBF-9B88-0C91B0E1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 · 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F1E8A-2E1E-4613-A311-DC213F87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3190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571750"/>
                <a:gridCol w="3238500"/>
                <a:gridCol w="3429000"/>
              </a:tblGrid>
              <a:tr h="6381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계열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강점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핵심 한계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본 연구의 해석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AODV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반응형·낮은 상시 상태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경로 발견·복구 지연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강한 현실적 비교 기준</a:t>
                      </a:r>
                    </a:p>
                  </a:txBody>
                  <a:tcPr marL="91440" marR="91440" marT="45720" marB="45720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OLSR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선제 경로·낮은 tail delay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제어 트래픽·에너지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지연 기준선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GPSR/Greedy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로컬·단순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local minimum·단절 취약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분산성 기준선</a:t>
                      </a:r>
                    </a:p>
                  </a:txBody>
                  <a:tcPr marL="91440" marR="91440" marT="45720" marB="45720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DQN/GNN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복잡한 상태 학습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전역 관측·추론비용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교사로 활용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0FA40-9F28-4F1B-BC60-2CD89CDA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핵심 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460D7-FFB3-45C2-9EB9-ED158EC2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435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6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전역 정책의 성능을 유지하면서, 실행은 현재 노드의 1-hop 정보만으로 만들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5F032-F644-4105-9595-0ACB20DB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216A3-53D6-40ED-90FD-6D490EB3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BA4A2-EF45-4AC5-8043-5198058A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007</a:t>
            </a:r>
          </a:p>
        </p:txBody>
      </p:sp>
    </p:spTree>
    <p:extLst>
      <p:ext uri="{BB962C8B-B14F-4D97-AF65-F5344CB8AC3E}">
        <p14:creationId xmlns:p14="http://schemas.microsoft.com/office/powerpoint/2010/main" val="5542690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F89AE-460E-4CE9-99E1-E2C6DA40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1E05E-CA3C-49B7-B566-363C3A96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87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연구목적: 전역 지식을 ‘위험한 순간에만 쓰는 로컬 판단’으로 압축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B6888-1474-4833-95A2-917025F0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 · 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1C597-13C9-4359-B1EC-56217D9B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ED1A1-CC1E-4A02-9048-A8A9A18E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0" cy="4191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66FDC-AEA1-4B76-B246-86926D85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9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43511-8333-448A-847D-98C17D5C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Research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D3AB1-67D5-4236-96E3-D81839AA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048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전역 GNN은 강하지만 배치가 무거움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단일 로컬 정책은 불확실한 topology에서 취약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미래 link break를 현재 관측만으로 판단하기 어려움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기존 비교가 provenance·paired 검정에 약함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BCDCC-1D0E-4D48-AF0B-EDA7D639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F4459-1088-4F99-82FB-C158E0FC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62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Objectives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FD4D8-3B70-46B2-89EA-948A7108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1455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교사 지식을 1-hop 학생으로 증류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정상/위험 역할을 두 학생으로 분리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해석 가능한 위험 규칙으로 선택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다중 seed·시나리오·외부 기준선으로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A48A2-CA99-45F3-B233-FC934023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58EA6-15DA-47DD-B604-9903BB4A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09DA6-31F7-4427-9410-8152EED7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008</a:t>
            </a:r>
          </a:p>
        </p:txBody>
      </p:sp>
    </p:spTree>
    <p:extLst>
      <p:ext uri="{BB962C8B-B14F-4D97-AF65-F5344CB8AC3E}">
        <p14:creationId xmlns:p14="http://schemas.microsoft.com/office/powerpoint/2010/main" val="282994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CE9CA1-598B-4BF2-B42C-38A13575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ABE16-EFA6-4AD5-87C3-47F1C802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본 연구의 기여는 모델 하나가 아니라 세 층의 설계다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5E87E-FA5B-4E41-A15B-86D45BF9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 · 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9FB1A-CB79-46C4-B88B-DA87AA3C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3F6EF-6E1A-4BC1-BED8-69790C30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1A736-FC18-43B5-A0D3-AA85F232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학습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EE090-EFB0-492E-A89D-0999B30C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14475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전역 GNN-PPO 교사 → 1-hop 학생으로 knowledge distillation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0AB3E-6DA2-4F39-BD8E-295F5921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85837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F800B-AF73-48FC-B3A7-DF4BFCD4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A65D9-66F5-4D37-89F4-3F45FC6A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구조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EE00B-F2F9-4345-9E5A-65C1B2F5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9825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Geo-Residual 정상 분기 + Predictive 위험 분기의 역할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FD97B-2472-46D5-92BC-D24EB07F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3700"/>
            <a:ext cx="985837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44678-6F96-49F6-A46B-6D97EA69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3EF97-D466-46F9-BE08-4C1A589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의사결정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3E144-D53A-4C3C-A715-859FA3BC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05175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margin·lifetime·onward 위험으로 조건부 switch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9E4C5-B9CF-43B6-AC82-BEFCA36F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985837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5E6ED-23FE-47C1-BE45-A0B8AB3A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A8304-FAAD-4DD8-9A12-09CAAB7A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DF5EA-EDDE-4AA9-8996-95441F8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00525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5 seeds × 14 scenarios × 200 episodes, paired CI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15D1D-D927-4312-8021-1E122A43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985837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2E84EC-20C7-48BF-8289-B1C93CC0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13810-A8F6-44A7-947D-B7FD277C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86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연구 규율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B919DB-4D9B-4D42-9E9B-1A2C6568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95875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P+·Fast·EVO의 미채택 이유와 smoke 한계를 보존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3DE933-4E6E-415C-A215-4AB86483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85837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928288-998D-499C-BC4B-BE0D6A48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954D98-73B0-4022-B9CB-2E5A445F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758531-0290-418E-A5A6-9D4D98BB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009</a:t>
            </a:r>
          </a:p>
        </p:txBody>
      </p:sp>
    </p:spTree>
    <p:extLst>
      <p:ext uri="{BB962C8B-B14F-4D97-AF65-F5344CB8AC3E}">
        <p14:creationId xmlns:p14="http://schemas.microsoft.com/office/powerpoint/2010/main" val="13392757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B23FC-749E-4100-BDFD-4AF49ABE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 i="0">
                <a:solidFill>
                  <a:srgbClr val="71B8E8"/>
                </a:solidFill>
                <a:latin typeface="AppleGothic"/>
                <a:ea typeface="AppleGothic"/>
                <a:cs typeface="AppleGothic"/>
              </a:defRPr>
            </a:pPr>
            <a:r>
              <a:rPr sz="4500" b="1" i="0">
                <a:solidFill>
                  <a:srgbClr val="71B8E8"/>
                </a:solidFill>
                <a:latin typeface="AppleGothic"/>
                <a:ea typeface="AppleGothic"/>
                <a:cs typeface="AppleGothic"/>
              </a:rPr>
              <a:t>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9BD7D-BA65-4B3B-8B7D-3C061131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제안기법의 탄생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18CA5-DC3E-4F98-8593-56ECA7E1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rPr>
              <a:t>논리적 Phase 계보와 실제 Git 사건을 분리해 읽는다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C96FC-1486-41B9-86B5-829B962B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776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04131-F6F0-40A5-8862-FD65A9B3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9DC3DD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9DC3DD"/>
                </a:solidFill>
                <a:latin typeface="AppleGothic"/>
                <a:ea typeface="AppleGothic"/>
                <a:cs typeface="AppleGothic"/>
              </a:rPr>
              <a:t>SwitchGLOBE 연구 진행 현황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BB721-6078-42CC-B400-53A71E53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9245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9DC3DD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9DC3DD"/>
                </a:solidFill>
                <a:latin typeface="AppleGothic"/>
                <a:ea typeface="AppleGothic"/>
                <a:cs typeface="AppleGothic"/>
              </a:rPr>
              <a:t>010</a:t>
            </a:r>
          </a:p>
        </p:txBody>
      </p:sp>
    </p:spTree>
    <p:extLst>
      <p:ext uri="{BB962C8B-B14F-4D97-AF65-F5344CB8AC3E}">
        <p14:creationId xmlns:p14="http://schemas.microsoft.com/office/powerpoint/2010/main" val="3250443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001CC-D878-448D-B66A-EC553F16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E647C-2995-4267-B9CB-374769BF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초기 Phase의 순서와 Git 날짜는 같은 것이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C82C8-D88E-40D7-9490-7ACDAA48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 · CHRONOLOGY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B3940-A337-47A8-AD34-2B48C454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29314-BF26-422A-B8A5-4041DD93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0" cy="4191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7BE04-FCC7-4C57-A63E-A3E2DE90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AB5D7-0BFD-4431-85E5-8780A1A5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복원 가능한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83CF0-0463-4AB5-896B-A180F816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048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1 환경 → Phase 2 학생 → Phase 3 교사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7 PPO → Phase 8 Geo-Residual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11 Predictive → Phase 12 Switch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각 Phase의 입력·목표·결과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D0172-6FDA-4DF1-B118-C976F463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9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5CEEA-4529-4395-96A2-6173E8E9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62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복원할 수 없는 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DEC5F-0725-4C05-9369-7F14D439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1455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2026-06-19 이전 각 Phase의 정확한 날짜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초기 실험의 개별 커밋 단위 발생 시점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같은 내용의 cherry-pick을 독립 연구 사건으로 간주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옛 원고 수치를 최종 수치로 동일시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CB87E-88D9-4980-95B3-374BF955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C8411-DDAC-4132-B8DA-D6D0867E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B0F05-317A-496A-A39E-E9E7D131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011</a:t>
            </a:r>
          </a:p>
        </p:txBody>
      </p:sp>
    </p:spTree>
    <p:extLst>
      <p:ext uri="{BB962C8B-B14F-4D97-AF65-F5344CB8AC3E}">
        <p14:creationId xmlns:p14="http://schemas.microsoft.com/office/powerpoint/2010/main" val="1049889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F09D0A-8DE9-4CC9-A29E-8025B673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5E099-612C-4231-8CA8-8BBEB711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전체 연혁: 골격 구축 → Exact 확정 → 비교 확장 → 지연 최적화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19A5D-01F4-4879-9D72-23F9F249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 · CHRONOLOGY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BF073-E037-448B-B58D-1793A259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52359-9762-4F86-9C97-0C471F2A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01727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C0CBB-248B-49CC-A25E-84721C59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F1776-2CDA-4A61-BC20-1E805E8F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5717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≤ 06-19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C5A30-27D7-4026-B781-26939404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600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Phase 1–13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51162-71AE-4144-95C2-25B17BBC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BAC66-4202-4DE9-9290-BA930D3D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717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06-28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F20CD-1AEE-46C8-94C5-9A426314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00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Phase 13·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paper draft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976F3-9193-464B-8450-67CF9527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2300E-6CF9-4534-8557-08A4AA1C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06-29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C9DD6-8C72-4D5F-949B-E2E6355F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0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Colab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stabilize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D23DF-F2F9-423A-A720-CD3AC63B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6A7F1-EE67-4809-9B80-E218CDF2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717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08-24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6B599-1438-4760-BB74-7FE1A945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paper·analysis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확장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059FC-5D8E-47BC-9A8D-8BE35C33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838CA-F1D7-4928-90CD-E4B8B608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08-30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216C0E-70B8-4CC3-99EB-3DD4ADEB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Exact refocus·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external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E12FE7-A6E2-491E-B7AC-A00D5209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33AF3-6240-4202-9578-5128A4E5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08-31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CDEDD6-16F0-4597-A207-81A3FE30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00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audit·latency·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Fast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49912-203F-4D1B-A433-5A9948FE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00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27C7EE-B121-4A7C-903E-BC9F1A78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5717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09-04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D46F09-871A-4992-A762-2F1F967A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00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Early-Exit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offline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E5B024-F27F-4F57-9470-37CFAE59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35684C-EBD6-469A-96F4-ECD49C35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05400"/>
            <a:ext cx="8610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7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최종 방법의 정체성은 2026-08-30~31에 수치·provenance·외부 기준선·latency가 결합되며 방어 가능한 형태로 고정되었다.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D0C520-943F-4210-95AF-FC9160D1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8A8267-0B3D-48B2-B75C-05BFC0EF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6EE0FB-CA0F-49C4-9028-5D9CC7E8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012</a:t>
            </a:r>
          </a:p>
        </p:txBody>
      </p:sp>
    </p:spTree>
    <p:extLst>
      <p:ext uri="{BB962C8B-B14F-4D97-AF65-F5344CB8AC3E}">
        <p14:creationId xmlns:p14="http://schemas.microsoft.com/office/powerpoint/2010/main" val="16543307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09CD8-59A2-4B71-8922-F2E2886C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A6BE5-A088-40AA-AD9A-BB5B9E18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Phase 1–4: 환경·학생·교사·증류의 기본 골격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E6C01-9435-4821-A27B-C64CA622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 · CHRONOLOGY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4E3CB-DF96-41C9-BF7C-68A34EAE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4286250"/>
                <a:gridCol w="4762500"/>
              </a:tblGrid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핵심 산출물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다음 단계로 남긴 문제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1 · Environment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FANET simulator, action mask, reward/metrics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학습 가능한 일관된 task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2 · Local student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shared MLP + invariant pooling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교사 없이 학습 시 성능 한계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3 · GNN teacher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edge-conditioned actor-critic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전역 관측·배치 비용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4 · Distillation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masked forward KL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일반화·구조 정보 부족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B67C8-FF26-4469-BB78-533F049E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설계 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BA5A6-F1A0-438D-A86E-5790ECC6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435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강한 전역 학습과 가벼운 분산 실행을 처음부터 분리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EBCDD-56D3-480C-8146-F12E7DF8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B9005-DBD5-43B0-9CD7-F72CA96B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66DEA-37CA-4C03-B57F-FE34194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013</a:t>
            </a:r>
          </a:p>
        </p:txBody>
      </p:sp>
    </p:spTree>
    <p:extLst>
      <p:ext uri="{BB962C8B-B14F-4D97-AF65-F5344CB8AC3E}">
        <p14:creationId xmlns:p14="http://schemas.microsoft.com/office/powerpoint/2010/main" val="20114937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35A52-B441-4477-BAA8-E4207005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604A7-1192-4F8D-8E39-B1EB1C0E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Phase 5–8: PPO 교사와 Geo-Residual 학생으로 안정화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04EFB-0A41-4F68-8514-EEB7AE06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 · CHRONOLOGY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1BA43-AC01-4694-8B89-F3C589AA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24000"/>
                <a:gridCol w="4476750"/>
                <a:gridCol w="4857750"/>
              </a:tblGrid>
              <a:tr h="6000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개선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candidate descriptor·context 강화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복잡한 상태 표현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student fine-tuning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증류 이후 task 적응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PPO global teacher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강한 on-policy teacher 확보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Geo-Residual KD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기하 prior 위에 학습 residual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C79FC-B626-44F5-88EF-A3772EDC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B7419-2A8E-44E9-8612-69DEF306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zᵢᴺ = α gᵢ + rθ(oᵤ,ᵢ)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CBE6A-8B84-41A3-B8BB-5C2FD545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34025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기하학적 안전성 + 학습된 보정 = 해석 가능성과 적응성의 결합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F65AF-9C6F-4047-8A8F-0EF0C1C0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FF9DB-7CDB-4073-8FE0-57913D75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D08AF-1330-470F-B076-B3A82820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014</a:t>
            </a:r>
          </a:p>
        </p:txBody>
      </p:sp>
    </p:spTree>
    <p:extLst>
      <p:ext uri="{BB962C8B-B14F-4D97-AF65-F5344CB8AC3E}">
        <p14:creationId xmlns:p14="http://schemas.microsoft.com/office/powerpoint/2010/main" val="1341468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339D0-FBA7-4FAC-BAC4-0F755F50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C0794-1331-4DE2-A0F0-869D7BA1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Phase 9–13: 일반화 분석이 ‘위험 순간 분리’로 수렴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4BCDF-EB58-4CDA-909B-5FE6FE34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 · CHRONOLOGY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EFBDD-53BB-42E3-9A6F-EC7C21B0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4762500"/>
                <a:gridCol w="466725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질문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topology 일반화는 충분한가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component/scalability 분석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외부 RL 기준선보다 강한가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GAT-GRU·RDQN-HERP 비교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미래 link break를 예측할 수 있는가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Predictive KD student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언제 predictive를 써야 하는가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SwitchGLOBE Exact 확립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추가 gate로 더 좋아지는가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P+ 개선 미미; 미채택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50EA9-BFE6-4213-A564-55F679BE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10478">
            <a:solidFill>
              <a:srgbClr val="B9DD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91DE9-F70D-4094-9098-4560DDFE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핵심 전환: 하나의 만능 정책이 아니라, 정상과 위험 상황을 다른 학생에게 맡긴다.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B8687-9DD9-4237-B82B-6BB8B491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1ABA5-8470-4C41-B539-C76BF09E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BCFB1-DBFD-4ACB-B2E1-5A69C673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015</a:t>
            </a:r>
          </a:p>
        </p:txBody>
      </p:sp>
    </p:spTree>
    <p:extLst>
      <p:ext uri="{BB962C8B-B14F-4D97-AF65-F5344CB8AC3E}">
        <p14:creationId xmlns:p14="http://schemas.microsoft.com/office/powerpoint/2010/main" val="3433438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444D1-0F68-4495-B8A3-C0F5CE4D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00F0B-7A12-456A-88B3-7B261983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분기별 개발은 세 갈래였고, 최종적으로 Exact로 재수렴했다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C18FC-7CA2-4D6D-9E80-ECE96943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 · CHRONOLOGY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CF514-5791-4606-8CAF-996D793F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09395-75C4-45FE-AB9B-46D9B85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0" cy="33337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C29BC-0C75-400F-B681-F78B2CFA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57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Exact 본류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1B762-0537-4FDA-A8FB-092699AA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2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risk-switch calibration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2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external 8-method audit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2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최종 reliability 주장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37A3D-48C5-49F7-9AEC-EA2D1310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33337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8209F-1389-4A2A-A667-B82A6D1E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57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Fast 분기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FADB3-5F1E-4934-8828-98CCAAFF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2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shared encoder / Top-2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2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same-session latency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2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성능 보존 gate 실패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90836-31C3-4B3D-9D5A-3BEF09CE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0" cy="33337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9B2F9-B152-44A1-B308-A7221637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P+ / EVO 분기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D8E4E-F803-4831-AC7C-7E74128D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2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추가 gate·feature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2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risk fusion·cost-to-go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2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개선 없음 또는 불충분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4E29E-28BC-480C-9A1B-34EF1757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62500"/>
            <a:ext cx="1428750" cy="685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solidFill>
              <a:srgbClr val="123B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5232D-EB71-47F8-9F59-022BE54A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388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90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SwitchGLOBE Exact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2BA79-1806-4A3B-B3CF-4949A6AC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CFB7D-9898-4C74-9966-EC502A73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E0436-A54A-4697-BBD3-5B3E692F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016</a:t>
            </a:r>
          </a:p>
        </p:txBody>
      </p:sp>
    </p:spTree>
    <p:extLst>
      <p:ext uri="{BB962C8B-B14F-4D97-AF65-F5344CB8AC3E}">
        <p14:creationId xmlns:p14="http://schemas.microsoft.com/office/powerpoint/2010/main" val="14079750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1216A-8425-45ED-B927-47638C52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4AFD6-EBBF-4688-81F2-225FC460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최종 선택 기준은 ‘성능 최고’가 아니라 ‘주장 방어 가능성’이었다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D1C29-3688-4DC1-98DD-3FB86065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 · CHRONOLOGY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C9B9D-F737-4F53-92D4-18455646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2000250"/>
                <a:gridCol w="2000250"/>
                <a:gridCol w="2476500"/>
                <a:gridCol w="1905000"/>
              </a:tblGrid>
              <a:tr h="6096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후보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신뢰성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지연/크기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증거 수준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결정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SwitchGLOBE Exact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최고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중간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5-seed full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최종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Fast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허용기준 실패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최고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5-seed + latency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절충 변형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Phase 13 P+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차이 거의 없음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입력 증가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single-seed merged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제외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EVO candidates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동일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악화/잡음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branch candidate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중단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844F4-FFD2-499F-8306-EF75660D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858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FA3C2-158C-464A-ABA2-B425E33A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482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선정 원칙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C5938-D521-4715-B143-788132A7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911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강한 평균값 + 재현 가능한 provenance + 약점 공개 + 배치 정의의 명확성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D5BF0-3FFB-4208-A2CE-02F679DD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77021-0248-463A-86A8-2BF72482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F98EA-A6F0-4254-B3CA-15C3143A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017</a:t>
            </a:r>
          </a:p>
        </p:txBody>
      </p:sp>
    </p:spTree>
    <p:extLst>
      <p:ext uri="{BB962C8B-B14F-4D97-AF65-F5344CB8AC3E}">
        <p14:creationId xmlns:p14="http://schemas.microsoft.com/office/powerpoint/2010/main" val="5207315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2CB46-BEB5-43A0-8718-88974412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 i="0">
                <a:solidFill>
                  <a:srgbClr val="71B8E8"/>
                </a:solidFill>
                <a:latin typeface="AppleGothic"/>
                <a:ea typeface="AppleGothic"/>
                <a:cs typeface="AppleGothic"/>
              </a:defRPr>
            </a:pPr>
            <a:r>
              <a:rPr sz="4500" b="1" i="0">
                <a:solidFill>
                  <a:srgbClr val="71B8E8"/>
                </a:solidFill>
                <a:latin typeface="AppleGothic"/>
                <a:ea typeface="AppleGothic"/>
                <a:cs typeface="AppleGothic"/>
              </a:rPr>
              <a:t>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50B35-E5C5-4316-A7F5-A5578A9F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SwitchGLOBE Exact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71967-2E9B-4748-A718-C179A449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rPr>
              <a:t>수식, 알고리즘, 학습–배치 경계를 교수님 질문에 답할 수 있게 정리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BEFF2-1D59-41AA-ADD8-AA640D4D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776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78A58-3190-4634-9A5A-52AB1886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9DC3DD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9DC3DD"/>
                </a:solidFill>
                <a:latin typeface="AppleGothic"/>
                <a:ea typeface="AppleGothic"/>
                <a:cs typeface="AppleGothic"/>
              </a:rPr>
              <a:t>SwitchGLOBE 연구 진행 현황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A861E-2A49-460F-9F18-9B1AF1B1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9245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9DC3DD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9DC3DD"/>
                </a:solidFill>
                <a:latin typeface="AppleGothic"/>
                <a:ea typeface="AppleGothic"/>
                <a:cs typeface="AppleGothic"/>
              </a:rPr>
              <a:t>018</a:t>
            </a:r>
          </a:p>
        </p:txBody>
      </p:sp>
    </p:spTree>
    <p:extLst>
      <p:ext uri="{BB962C8B-B14F-4D97-AF65-F5344CB8AC3E}">
        <p14:creationId xmlns:p14="http://schemas.microsoft.com/office/powerpoint/2010/main" val="579762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264FB-EEEC-4128-963B-8749A2CF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2C891-6901-42B8-B743-77D1999C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3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방법 개요: 전역 교사는 가르치고, 두 로컬 학생이 상황에 따라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DD281-985B-454A-BCB0-A7DEC0E2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90E8D-4B70-4E02-9AC2-AF29BEA9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AE03C-64EF-4FDA-B56A-2EDE7077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82300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12760bd3b4522"/>
          <a:stretch xmlns:a="http://schemas.openxmlformats.org/drawingml/2006/main"/>
        </p:blipFill>
        <p:spPr>
          <a:xfrm xmlns:a="http://schemas.openxmlformats.org/drawingml/2006/main">
            <a:off x="1896780" y="1524000"/>
            <a:ext cx="8398439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44A84-F0D3-4FFE-9FB7-A2F55631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Training-only teacher → normal/predictive students → interpretable danger switch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B1B5D-7311-4C41-A1C1-FA24F6DF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7725D-94D2-413F-8726-3505DD67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1DE1C-BEB2-4B03-8000-CE2A586C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019</a:t>
            </a:r>
          </a:p>
        </p:txBody>
      </p:sp>
    </p:spTree>
    <p:extLst>
      <p:ext uri="{BB962C8B-B14F-4D97-AF65-F5344CB8AC3E}">
        <p14:creationId xmlns:p14="http://schemas.microsoft.com/office/powerpoint/2010/main" val="10401354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1B6454-077D-4716-96B3-72283967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DA480-E72B-4797-8B1D-D03DEFE1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82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문제정의: 시간에 따라 바뀌는 방향 그래프 위의 per-hop 의사결정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372F5-0017-4689-BD9E-AB54B46C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CA3BF-6444-41FD-A92B-04F52DB8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F19B8-B35F-4AAD-BCDF-219AAD45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34CCF-D7EA-4B7B-9A15-BAB71ED6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Gₜ = (V, Eₜ),   Eₜ = {(u,v) | dₜ(u,v) ≤ R}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348A2-3B5E-4225-83E4-F2042DB0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81225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V: UAV 집합, Eₜ: 통신 가능한 현재 링크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CE8CE-313A-4F14-83E7-5736A596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67901-2AFB-420F-B1D6-7CDDE4CF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aₜ ∈ 𝒩ᵤ(t) ∪ {DROP}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7CD18-1736-4A19-B41F-4D0EC975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현재 1-hop 이웃 또는 DROP — 유효하지 않은 행동은 mask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40378-D078-46C7-876B-BC539D39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04767-193C-48FF-AB67-551BF9DE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π*: maximize reliability subject to local observability and deployability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5130D-780F-4A01-BEF4-E226F41F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95825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connected-pair PDR, overall PDR, deadline, delay, energy, input을 함께 평가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BB163-0467-43B8-9EED-1435C47E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269F5-88C7-4F18-8639-EC6EBF7C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FDF8A-9D35-4F8A-B3AE-20665E12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020</a:t>
            </a:r>
          </a:p>
        </p:txBody>
      </p:sp>
    </p:spTree>
    <p:extLst>
      <p:ext uri="{BB962C8B-B14F-4D97-AF65-F5344CB8AC3E}">
        <p14:creationId xmlns:p14="http://schemas.microsoft.com/office/powerpoint/2010/main" val="10036385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A16B7-24B7-4F0B-B1CB-2F7A5A3B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22DE4-7C45-4C41-9F73-A7298572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보상은 전달 성공을 중심으로 loop·drop·비효율을 함께 억제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3FC0F-E7C0-4F78-ADA8-849FBDEC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53AC0-2077-474F-84F5-71E5E728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21029-9D2E-4D8C-9364-E2216DD3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CABE0-824D-4285-BD90-9A568C05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2402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rₜ = r_deliver + r_progress − λ₁·delay − λ₂·energy − λ₃·drop − λ₄·loop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FC125-EAC2-47AA-A5D3-73F08C9A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구현의 reward shaping을 개념적으로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632EE-B725-4AC4-B408-D7B63225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0" cy="28003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21C29-4CFA-4F2A-A029-D63F2AEB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96586-C850-48B6-80C0-BE9A66C5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최적화하려는 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F8A7A-D850-4ADC-B64A-A4927ED8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5048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전달 성공과 deadline 내 도착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destination 방향의 유효한 progress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짧은 hop·낮은 전송 비용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일반화 가능한 정책분포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E0E5B-41B3-4312-AA15-CE3BCF76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66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B7DA5-F9F1-4252-9881-0D39FFCB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90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보상만으로 부족한 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CE66B-C746-4D7E-8A52-2DC5FF29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76625"/>
            <a:ext cx="4953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unreachable episode 처리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tail latency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control overhead의 의미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배치 모델의 크기·CPU 지연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0A086-3E62-4C17-A11C-F2FCF265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E85FF-378D-44DF-8A37-1E363948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848F5-57F3-4862-985D-BE0BEDB8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021</a:t>
            </a:r>
          </a:p>
        </p:txBody>
      </p:sp>
    </p:spTree>
    <p:extLst>
      <p:ext uri="{BB962C8B-B14F-4D97-AF65-F5344CB8AC3E}">
        <p14:creationId xmlns:p14="http://schemas.microsoft.com/office/powerpoint/2010/main" val="5221583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0ABAD-3B65-4590-9DAA-5E2FAF4B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A0437-C658-4653-9741-C9448A5D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로컬 관측은 자기 상태와 후보 이웃 descriptor로 분해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96CB1-5A51-40A6-B1A4-61EE9047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EADE5-7FFF-4BE2-BBA1-BE19D718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4762500"/>
                <a:gridCol w="4286250"/>
              </a:tblGrid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구성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예시 feature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Self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position/velocity, destination vector, queue, TTL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현재 node context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Neighbor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relative geometry, link quality, queue, visited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후보별 상태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Risk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margin, link lifetime, queue headroom, onward lifetime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Predictive/switch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Mask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forwardable, valid neighbor, DROP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확률 분포의 유효성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AF78E-3969-4948-B8D6-154B3FEB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42E97-18B6-4D7A-8C7A-8EC70300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Permutation invariance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E3B7E-8986-46A9-98E5-03835136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785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shared candidate encoder + mean pooling으로 이웃 순서와 개수 변화에 대응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0989B-3AB3-4258-A025-4FDF241E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CB2D4-ED4E-4D7B-A6B0-F5B32DE3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B787D-F905-44A6-97B9-AFDEEC5C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022</a:t>
            </a:r>
          </a:p>
        </p:txBody>
      </p:sp>
    </p:spTree>
    <p:extLst>
      <p:ext uri="{BB962C8B-B14F-4D97-AF65-F5344CB8AC3E}">
        <p14:creationId xmlns:p14="http://schemas.microsoft.com/office/powerpoint/2010/main" val="15309053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34F36-5A9A-4160-8CCC-E520ECC6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19129-1650-455D-B27D-47D5187E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교사: edge-conditioned GNN actor–critic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36731-47F5-4688-80F0-7E6F423D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DF722-B92C-49DF-B4F7-5B4CCB1E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D2545-AC99-44B9-A12D-5067B524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76500"/>
            <a:ext cx="1428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67CEC-A6E8-4A60-ACDA-8ADF42DC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70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Node/edge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A3ADC-C8B5-4018-BA76-29E256B8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800350"/>
            <a:ext cx="6858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7743D-C9FC-4E32-AB45-0A42691E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1428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A5A0D-BDDF-465A-AD26-FB89EC11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Message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passing ×2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AD293-B2F1-409C-89D3-6A1CA96F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00350"/>
            <a:ext cx="6858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960A7-7C1C-490F-A578-C86910FF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1428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EDFA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990FD-A1DC-4080-B92B-85A273C8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Graph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CBC57-2BB1-481A-8057-8310A3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00350"/>
            <a:ext cx="6858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43DCF-92AA-46B0-BFB5-E5D4460C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1428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19FA4-98E3-45AC-B95E-05EB9357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Candidate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logits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BEAA2-C69E-405F-8B75-6D7C76C3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800350"/>
            <a:ext cx="6858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604FD-0BAC-46CE-9756-4E7147EE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1428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2AB92-D5A8-4DDD-B088-05A1EE4A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Value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head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26701-4BFB-426A-A10D-03D88095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876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2-layer message passing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actor and critic jointly trained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masked action distribution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배치에는 포함하지 않음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D534A-CF87-4977-964F-9D546394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75D46-1756-46F1-882B-04F7A295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59AFF-F8B8-4714-B3E6-FA8CCC84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583632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89A79-F552-4588-BB6B-4FCD329A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088A1-5E99-45EF-89B9-9864D68B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PPO로 교사 정책을 안정적으로 학습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D5200-F3BD-494A-A00D-862215E7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5DCC5-E19E-4B10-A3C3-77A69FC9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D8F06-C312-4EAB-8E56-82DE3A5D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4194B-B3EB-47E0-A104-4DB69B07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2402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Lᴾᴾᴼ = E[min(rₜ(θ)Âₜ, clip(rₜ(θ),1−ε,1+ε)Âₜ)]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87742-1695-4514-80CE-2FB4A314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정책 비율의 과도한 변화를 clip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95CE0-B7E1-4C6D-BC97-C9CAE27D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DCE51-640C-4DD8-866E-8A7632FF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6227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L = −Lᴾᴾᴼ + cᵥLvalue − cₑH(π)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D4E99-3663-4C4A-A5EC-4785F52E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value loss와 entropy regularization을 결합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1333500" y="4429125"/>
          <a:ext xmlns:a="http://schemas.openxmlformats.org/drawingml/2006/main" cx="9525000" cy="904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1524000"/>
                <a:gridCol w="1714500"/>
                <a:gridCol w="1619250"/>
                <a:gridCol w="1524000"/>
                <a:gridCol w="1714500"/>
              </a:tblGrid>
              <a:tr h="4524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γ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clip ε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 coeff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entropy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epochs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minibatch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0.99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0.20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0.50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0.01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128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B6F25-997D-49B4-B0E4-D2D02C23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72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현재 코드 기본값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EF618-5545-4F57-A631-35951DCF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BE1F3-92DB-4203-B04D-1AAE4984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8BF93-C877-4A02-875B-90EBB92C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10572894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693BD-036B-4BCC-A452-0251AB37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186A7-DE35-4B3D-8003-4B4F07CC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증류 데이터는 scenario와 episode seed group으로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2DD24-03D0-478E-B391-290D6AAD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1ACB3-B59C-46B4-A0AF-3384344D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1900A-42E2-4744-9F8C-8D0CD62B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EDFA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44879-82AB-4213-ACA2-65108382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90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Teacher rollout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20DA8-BE38-4F48-BC2E-E398418C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19375"/>
            <a:ext cx="476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6773"/>
          </a:solidFill>
          <a:ln xmlns:a="http://schemas.openxmlformats.org/drawingml/2006/main" w="0">
            <a:solidFill>
              <a:srgbClr val="5B67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4722D-DDA9-444C-A00B-37E9D60F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9FBF3-E4A7-4FBD-944C-4C43E78A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90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Masked logits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E8DC5-D98D-4B12-B229-6D7EFE62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6773"/>
          </a:solidFill>
          <a:ln xmlns:a="http://schemas.openxmlformats.org/drawingml/2006/main" w="0">
            <a:solidFill>
              <a:srgbClr val="5B67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186A8-C998-4C3B-989F-694A30E1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B3B4A-3AC3-4FAE-9B75-4CF85AE8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90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Grouped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B71AD-667C-48E8-8913-94954A79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476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6773"/>
          </a:solidFill>
          <a:ln xmlns:a="http://schemas.openxmlformats.org/drawingml/2006/main" w="0">
            <a:solidFill>
              <a:srgbClr val="5B67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E914E-B778-46AD-AB9D-A95C6135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36E73-8602-415E-9F60-7455136E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90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Student KD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440A3-7241-42E8-9292-3BBDCECA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914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0478">
            <a:solidFill>
              <a:srgbClr val="E8BB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7D322-B2DC-4E40-BC3B-4EAF3225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Leakage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7B85B-1814-4894-8619-8F0F6B9C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719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같은 episode 계열이 train/validation/test에 흩어지지 않도록 그룹 분할. 단순 row shuffle보다 엄격하다.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633B1-166B-410F-A78C-C2626DF8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C5C0B-EC83-472F-9251-C5CB7A67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CA7986-10BD-4983-989D-12F29C28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025</a:t>
            </a:r>
          </a:p>
        </p:txBody>
      </p:sp>
    </p:spTree>
    <p:extLst>
      <p:ext uri="{BB962C8B-B14F-4D97-AF65-F5344CB8AC3E}">
        <p14:creationId xmlns:p14="http://schemas.microsoft.com/office/powerpoint/2010/main" val="101091686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83571-093E-4282-B55A-1C971CB7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14261-611B-4843-BC3F-B78090A3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학생은 masked forward KL을 중심으로 교사의 분포를 모방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0B15E-3171-4365-A429-B21F63FF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8265D-518C-4F36-AFFF-C811EEE9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F0BC7-4C72-4C2D-BFA5-91744883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0FFDD-8602-4F8B-8ADA-4255E657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2402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L_KD = T² · KL(π_T^mask(·|s) ∥ π_S^mask(·|o))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C5510-CD8F-4691-AA41-03435F7D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유효 후보에만 teacher/student distribution 정규화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EBF00-ECAF-4DE4-956C-BD04EB34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14FC7-F204-4366-BA3A-9FEE911C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L_total = L_KD + λₐCE(a_T) + λₒCE(a_oracle) + λᵣCE(a_risk)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3D04C-72C7-4327-ABE2-4F9A269E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teacher action, oracle, risk-oracle 항은 실험 설정에 따라 결합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8B2DA-B25A-4CD1-B14A-419B6D6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0" cy="1695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BEDC7-E3AE-4F43-81D8-A0C80A5B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321C3-722E-41AA-9458-15EA47CA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왜 distribution인가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AAE29-BC4D-4F49-8869-0A9B9BA8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504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top-1 행동 외의 상대 선호도 보존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불확실성 구조 전달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mask가 다른 후보 수에 대응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EAF00-48AC-4BDB-918E-DFFDA356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66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94D96-F93D-456F-B691-9CBA16D3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862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주의점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FA1A2-69E9-4BA7-9772-B766E584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3390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교사 오류도 함께 전이 가능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temperature·loss weight 민감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split leakage를 막지 않으면 과대평가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CFAA8-92DE-41C6-9B16-1378248A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3B7EA-EE8F-4D3B-9CFB-81B55E98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5B4CD-D639-412F-9CA9-C0EDB7E2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026</a:t>
            </a:r>
          </a:p>
        </p:txBody>
      </p:sp>
    </p:spTree>
    <p:extLst>
      <p:ext uri="{BB962C8B-B14F-4D97-AF65-F5344CB8AC3E}">
        <p14:creationId xmlns:p14="http://schemas.microsoft.com/office/powerpoint/2010/main" val="112896166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A0F57-C92A-495C-A3C4-A960B9AB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2A643-4C21-4AC7-A1D8-B3E1AADF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두 학생은 같은 분산 인터페이스를 공유하지만 역할이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D23C6-F819-459E-B305-C4235547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26E5A-DE04-42F1-8B59-B78F0BA4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287000" cy="180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3238500"/>
                <a:gridCol w="2667000"/>
                <a:gridCol w="2095500"/>
              </a:tblGrid>
              <a:tr h="603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분기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주요 입력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학습 목표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강점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Geo-Residual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geometry + local descriptor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안정적인 일반 routing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해석성·낮은 변동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Predictive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local descriptor + risk features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미래 break 회피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위험 상황 선제 대응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F465D-EAE4-4D66-9B2C-EC589D5E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공통 실행 조건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B1C58-5973-464B-9C05-EAF5C8AD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48125"/>
            <a:ext cx="714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self + current 1-hop neighbors only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shared MLP and invariant aggregation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teacher/central server 없음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8"/>
              </a:spcAft>
              <a:buNone/>
              <a:def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동일 action mask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0B791-477A-4755-B585-8BEF166E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3DBA9-98FE-4321-BEE9-50E34BC2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D7C30-0C4A-45A4-A902-6406AA84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027</a:t>
            </a:r>
          </a:p>
        </p:txBody>
      </p:sp>
    </p:spTree>
    <p:extLst>
      <p:ext uri="{BB962C8B-B14F-4D97-AF65-F5344CB8AC3E}">
        <p14:creationId xmlns:p14="http://schemas.microsoft.com/office/powerpoint/2010/main" val="210161766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F4D10-C59B-4928-A565-8511D9FD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70BD3-B617-4C59-AF55-AE5297AE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Geo-Residual: 검증된 기하 prior를 버리지 않고 residual만 학습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77A8A-C313-4644-AD78-CE389048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733A2-8A53-4DEF-A7E6-64196B6A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2B1D6-2F12-4DFD-9F96-DCB9FDEA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E6D42-4255-4EAA-A544-623DC5F1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764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zᵢᴺ = α gᵢ + rθ(oᵤ,ᵢ)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E8A1E-9D13-4558-9BD7-3741EAE2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05025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gᵢ: destination progress·link geometry 기반 prior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3ACAF-DB7F-4F05-9ADD-7F237316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7EDB0-DBCE-47D7-9C91-C6757BBA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π_N(a=i|o) = softmax(mask(zᴺ))ᵢ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A366C-68F5-429B-974E-39B20D82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43275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forwardability·visited·valid-neighbor mask 후 확률화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26402-7772-406C-8D66-4EC1740E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81450"/>
            <a:ext cx="0" cy="18097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2816C-DEB7-4038-BC4E-DEB2B4F8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68270-0616-4053-A738-D218E9ED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Prior가 담당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9C592-6B47-47DD-9D45-044158B1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7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목적지 방향성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7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명시적 forwardability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7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OOD에서도 최소 안전성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8DAFE-C98E-4451-86E6-1C92BF3E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DB7F1-5340-40A7-8E75-8770E7A0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719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Residual이 담당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0BE42-21FE-4C38-9E96-E510E52D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7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queue·mobility 상호작용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7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교사 선호의 비선형 보정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7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환경별 미세 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0E74C-266E-4946-AFEE-38FCD6A6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CCFF7-3D55-4E3E-853E-99FBD771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83C4E-EDC5-4171-8735-E1F7093F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028</a:t>
            </a:r>
          </a:p>
        </p:txBody>
      </p:sp>
    </p:spTree>
    <p:extLst>
      <p:ext uri="{BB962C8B-B14F-4D97-AF65-F5344CB8AC3E}">
        <p14:creationId xmlns:p14="http://schemas.microsoft.com/office/powerpoint/2010/main" val="15056979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F20A3-DD0B-4798-AE13-66655B03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E58CC-CCC3-445C-95EC-A7D66B8C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Predictive 분기는 네 가지 로컬 위험 신호를 결합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162FF-4B8E-48E3-893F-D7319E55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C5812-6B9D-463E-B767-D10B4EC1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AD393-2EC4-401A-A9E8-EE372AD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67C7D-F623-44AE-9751-D59BB0E9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2877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xᵢʳⁱˢᵏ = [mᵢ, ℓᵢ, qᵢ, oᵢ]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3C04F-C2B3-41A3-A58E-24993E4B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모든 feature는 현재 1-hop 관측에서 계산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1428750" y="3048000"/>
          <a:ext xmlns:a="http://schemas.openxmlformats.org/drawingml/2006/main" cx="9334500" cy="2524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3905250"/>
                <a:gridCol w="4000500"/>
              </a:tblGrid>
              <a:tr h="5048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기호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위험 해석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mᵢ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normal score margin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작을수록 선택 불확실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ℓᵢ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예측 current-link lifetime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작을수록 곧 단절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qᵢ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queue headroom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작을수록 혼잡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oᵢ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best onward-link lifetime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작을수록 다음 hop 취약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32A8A-8376-47FA-9721-C21214F8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DAB73-B3D0-4819-9A2F-0019D376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8B97E-BC15-4704-892E-D19C3BCB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029</a:t>
            </a:r>
          </a:p>
        </p:txBody>
      </p:sp>
    </p:spTree>
    <p:extLst>
      <p:ext uri="{BB962C8B-B14F-4D97-AF65-F5344CB8AC3E}">
        <p14:creationId xmlns:p14="http://schemas.microsoft.com/office/powerpoint/2010/main" val="15118103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A59D13-1052-4E77-BBAF-82C07901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8FC67-2946-40E9-BA46-54B393EA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Predictive student는 미래 위험 회피를 score에 주입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CFB76-4659-46FE-874C-E6484424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D3B9A-9D3F-4CDB-B990-97DF27C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B7329-4F2A-4CF9-BA7B-180E3945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F7AB4-0C49-42DE-BECC-110758D4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zᵢᴾ = fφ(oᵤ,ᵢ, xᵢʳⁱˢᵏ)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9B9A6-08F5-4367-8333-0F6B22A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Predictive KD student의 learned candidate logit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0B082-2F3C-454D-814A-089ACE39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02EC3-96D8-4317-A4B3-E6B9EE2B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π_P(a=i|o,xʳⁱˢᵏ) = softmax(mask(zᴾ))ᵢ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EA5A6-EB64-4249-ADA7-6B0E0D53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동일 후보 집합에서 위험을 고려한 대안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55367-F0F2-43EA-B85D-829F7788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0EDFA"/>
          </a:solidFill>
          <a:ln xmlns:a="http://schemas.openxmlformats.org/drawingml/2006/main" w="10478">
            <a:solidFill>
              <a:srgbClr val="C9BD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69C99-EACF-491E-BD6C-68F36507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91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5FE3E-E4CD-4889-9821-8E0E62EA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767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정상 분기를 항상 대체하지 않고, 예상 단절과 onward 취약성이 큰 순간의 전문 정책으로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EE8BA-9306-451A-9FDA-FDDAA9B6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B813F-B654-4ABB-8E35-26E9B7CA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000BB-CC62-4DDE-9020-46C3DED9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030</a:t>
            </a:r>
          </a:p>
        </p:txBody>
      </p:sp>
    </p:spTree>
    <p:extLst>
      <p:ext uri="{BB962C8B-B14F-4D97-AF65-F5344CB8AC3E}">
        <p14:creationId xmlns:p14="http://schemas.microsoft.com/office/powerpoint/2010/main" val="106114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A59B0-B93B-403C-9BF3-CDBACADE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7A982-2E0E-4DC7-A65F-B10B4ADA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Danger score는 ‘안전 기준 미달량’을 더한 해석 가능한 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16F75-7959-4F07-B768-5193DDFA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4ECC2-2541-41FE-9A21-8FF82425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5990C-8E14-44B9-904A-888C02E8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1DA33-746A-4569-8EC3-9639FAA7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2402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Dᵢ = [gₘ − mᵢ]₊ + [gℓ − ℓᵢ]₊ + [gₒ − oᵢ]₊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A5215-2E91-478C-A3AF-89D75FC2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[x]₊ = max(x,0)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1714500" y="3238500"/>
          <a:ext xmlns:a="http://schemas.openxmlformats.org/drawingml/2006/main" cx="8763000" cy="2095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2095500"/>
                <a:gridCol w="4572000"/>
              </a:tblGrid>
              <a:tr h="523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현재 기본값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gₘ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0.04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normal margin 최소 안전 여유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gℓ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0.20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current-link lifetime 하한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gₒ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0.20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onward-link lifetime 하한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C8816-5A20-4520-8A48-A38FAF1C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1B6E4-32FE-4731-BE04-D3FFCA3A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60602-19C7-49EA-9CD7-FAF52AD0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031</a:t>
            </a:r>
          </a:p>
        </p:txBody>
      </p:sp>
    </p:spTree>
    <p:extLst>
      <p:ext uri="{BB962C8B-B14F-4D97-AF65-F5344CB8AC3E}">
        <p14:creationId xmlns:p14="http://schemas.microsoft.com/office/powerpoint/2010/main" val="122862237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FEB4C8-02E9-4036-A3FF-2C81518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FFCEC-662F-4804-8768-E999D164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6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Switch rule: 정상 행동이 위험하고 predictive가 더 안전할 때만 전환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72C7B-4589-45DD-916A-D9C86CB3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225F9-48E8-4721-8F18-09B7A39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FFD28-D0F8-48E5-A658-E53FA86A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8C684-95B7-4F41-8B1B-C594E935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2877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SWITCH = (aᴺ=DROP) ∨ (Dₐᴺ&gt;τ) ∨ [aᴾ≠aᴺ ∧ gain&gt;0.10 ∧ Dₐᴾ&lt;Dₐᴺ]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63F3C-B8E2-43D4-84F8-969084E7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현재 기본 τ=0.05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20854-827B-49D4-B183-5E784C66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176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391D7-EE37-4270-8704-03A7B965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47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Normal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07D4C-7824-4035-933E-00D08F7D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671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6773"/>
          </a:solidFill>
          <a:ln xmlns:a="http://schemas.openxmlformats.org/drawingml/2006/main" w="0">
            <a:solidFill>
              <a:srgbClr val="5B67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CC381-3979-4396-BB25-9CFF2E6E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33750"/>
            <a:ext cx="176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B281E-0AE1-4E22-A355-41A916E1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147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Danger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Dₐᴺ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80655-9962-47BC-94A7-F22438C0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6671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6773"/>
          </a:solidFill>
          <a:ln xmlns:a="http://schemas.openxmlformats.org/drawingml/2006/main" w="0">
            <a:solidFill>
              <a:srgbClr val="5B67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CFE27-15C6-4F99-BFC9-4339BA9E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176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EDFA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F680A-3351-47A3-9513-FD316BAA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62350"/>
            <a:ext cx="147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Predictive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alternative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838CF-DDD7-40CF-BE01-6C69F445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6671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6773"/>
          </a:solidFill>
          <a:ln xmlns:a="http://schemas.openxmlformats.org/drawingml/2006/main" w="0">
            <a:solidFill>
              <a:srgbClr val="5B67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48863-19BF-45B7-9A18-734E12B1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33750"/>
            <a:ext cx="176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D6716-45A5-4FA5-8B70-D367D49B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62350"/>
            <a:ext cx="147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Safety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gain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C7220-9999-46B7-AB82-BFC429C9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6671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6773"/>
          </a:solidFill>
          <a:ln xmlns:a="http://schemas.openxmlformats.org/drawingml/2006/main" w="0">
            <a:solidFill>
              <a:srgbClr val="5B677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9CD6A-E9E4-4E79-87D5-615D2082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0"/>
            <a:ext cx="176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3EC91-B013-4AE9-8CAA-89B86DE5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62350"/>
            <a:ext cx="147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Final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4C077-C18B-4844-BFB1-274319A0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최종 행동은 확률 혼합이 아니라 조건부 branch 선택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6F46BE-D10A-476B-8528-5C395410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F730E2-396C-46C5-9D7A-37590B8A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35EDEB-4AAD-45F8-85B0-B0674B5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032</a:t>
            </a:r>
          </a:p>
        </p:txBody>
      </p:sp>
    </p:spTree>
    <p:extLst>
      <p:ext uri="{BB962C8B-B14F-4D97-AF65-F5344CB8AC3E}">
        <p14:creationId xmlns:p14="http://schemas.microsoft.com/office/powerpoint/2010/main" val="182276640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A480A-5D44-4685-9625-D6ACDDB6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72EA9-79DB-4450-BC69-29541778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Calibration은 PDR 보존 제약 안에서 위험 gate를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2C243-03DB-42CE-B316-CA5F838B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55E2D-E96C-4616-A26B-2FC26CC0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2FC62-038B-4272-9930-5ABD40D6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23A67-4AE5-486F-B4D3-BBB83ECB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2877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find h ∈ ℋ  s.t.  ΔPDR_generic ≥ −0.005,  ΔPDR_hole ≥ −0.005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E81A1-A35F-4C56-9F45-A76F5581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ℋ: switch threshold와 세 gate의 grid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DC186-8253-4B9D-AEB6-CE638742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4FDEB-52C9-4274-A0DC-35B1ACE5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6702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47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then maximize predictive PDR → generic/hole PDR → deadline → −delay → −energy → −input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7B102-FA32-42DA-B6BE-F017BEBB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lexicographic selection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2476500" y="4191000"/>
          <a:ext xmlns:a="http://schemas.openxmlformats.org/drawingml/2006/main" cx="7239000" cy="1619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5143500"/>
              </a:tblGrid>
              <a:tr h="3238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Grid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0.01, 0.05, 0.10, 0.20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gₘ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0.00, 0.04, 0.08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gℓ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0.10, 0.20, 0.30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gₒ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0.10, 0.20, 0.30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5BC33-3BE3-408C-9F43-59D77EE3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7E0B2-1CCA-4F6F-8C07-186660DB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012B1-5CF1-4857-A839-11B3F51E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033</a:t>
            </a:r>
          </a:p>
        </p:txBody>
      </p:sp>
    </p:spTree>
    <p:extLst>
      <p:ext uri="{BB962C8B-B14F-4D97-AF65-F5344CB8AC3E}">
        <p14:creationId xmlns:p14="http://schemas.microsoft.com/office/powerpoint/2010/main" val="4536067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DDBC9-AD0B-4412-A27E-F8AB0B9F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3DE55-4C49-4909-9B1C-E50B4573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학습과 배치의 경계를 분리해야 ‘분산’ 주장이 성립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49B4B-F422-4E14-9E0B-96BB48FC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4A956-465E-4173-BB54-25A9F41C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E5123-6CAC-4A9E-A8D3-91A2173E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0" cy="4191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52717-C60B-4BC2-9FAD-5363353A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68565-AF4E-44AC-8330-3B20BD92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Training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4CA14-3474-4F07-AF09-620687EA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048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global graph and edge context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GNN-PPO teacher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rollout + grouped dataset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offline KD + calibration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GPU/centralized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7001E-8CA3-42E7-AAD4-A9333F09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B47D0-E9F1-416B-8200-E9A54E71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62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Deployment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A085B-AAC4-4CBC-875A-D0A18817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1455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self + current 1-hop neighbors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Geo-Residual and Predictive students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interpretable switch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teacher·global graph 불필요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per-hop local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FF9A9-3A57-4C0A-B1EA-861A3314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619750"/>
            <a:ext cx="6953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10478">
            <a:solidFill>
              <a:srgbClr val="123B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53187-389F-4602-89B1-24C211A0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769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Centralized training · decentralized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71ED9-7964-45A0-9746-A04DAB48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3CD07-11EE-4690-8519-9FDE7B97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84C66-EAD9-4170-98A7-FD101957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034</a:t>
            </a:r>
          </a:p>
        </p:txBody>
      </p:sp>
    </p:spTree>
    <p:extLst>
      <p:ext uri="{BB962C8B-B14F-4D97-AF65-F5344CB8AC3E}">
        <p14:creationId xmlns:p14="http://schemas.microsoft.com/office/powerpoint/2010/main" val="51865339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3D3EF-EC38-4A1A-BF4B-B2516A07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96F34-5ADC-4149-A7DD-1F3981D5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Per-hop pseudocode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577E8-DD92-4AFF-9005-3286ACF9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9194A-AD9D-4425-96B8-D9D66A75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391A9-295A-452C-83BF-69D82327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577BC-616C-4F4A-A22F-806BB82C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57375"/>
            <a:ext cx="942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1  observe self state, candidates, mask, risk features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2  aN, pN ← GeoResidual(o_local)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3  aP, pP ← Predictive(o_local, x_risk)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4  DN ← danger(x_risk[aN]);  DP ← danger(x_risk[aP])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5  switch ← (aN = DROP) or (DN &gt; τ)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6  switch ← switch or (aP ≠ aN and safety_gain &gt; 0.10 and DP &lt; DN)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7  return aP if switch else 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31107-CE19-4EA3-813D-45550C99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모든 결정은 current 1-hop observation에서 완료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4F696-5687-46C9-ABE6-1889D35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0FA47-EA5D-430F-9C18-05AFBDC6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85B16-9901-43EB-A8B0-2B38CFCB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035</a:t>
            </a:r>
          </a:p>
        </p:txBody>
      </p:sp>
    </p:spTree>
    <p:extLst>
      <p:ext uri="{BB962C8B-B14F-4D97-AF65-F5344CB8AC3E}">
        <p14:creationId xmlns:p14="http://schemas.microsoft.com/office/powerpoint/2010/main" val="94001829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58926-471B-41C5-A2A5-79B2BDD7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92804-A017-4C3F-B791-4712B870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4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예시: normal이 가까운 이웃을 고르더라도 link lifetime이 짧으면 전환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2978A-E443-4492-AD0F-AF4A7B75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E2B3D-2B6A-43CC-83A3-BF6B0F00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10858500" cy="2190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1714500"/>
                <a:gridCol w="1238250"/>
                <a:gridCol w="1238250"/>
                <a:gridCol w="1238250"/>
                <a:gridCol w="1714500"/>
                <a:gridCol w="2286000"/>
              </a:tblGrid>
              <a:tr h="5476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후보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Normal score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ℓ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Danger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Predictive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0.62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0.03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0.08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0.12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높음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비선호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0.55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0.10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0.45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0.38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선호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0.31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0.05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0.30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0.09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중간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비선호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ECB82-54CC-43E9-97C6-6EA1E654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Normal 선택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D9008-1271-44C2-8897-78479EC1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86300"/>
            <a:ext cx="1428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3A32"/>
          </a:solidFill>
          <a:ln xmlns:a="http://schemas.openxmlformats.org/drawingml/2006/main" w="0">
            <a:solidFill>
              <a:srgbClr val="A9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13A8E-C9A8-495F-9069-6B6BB3CC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D_A &gt; 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330BB-745E-421D-B51B-0214F96A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Predictive 선택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1BA9E-1A35-400A-A991-3C2B0FCF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86300"/>
            <a:ext cx="11430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7B57"/>
          </a:solidFill>
          <a:ln xmlns:a="http://schemas.openxmlformats.org/drawingml/2006/main" w="0">
            <a:solidFill>
              <a:srgbClr val="177B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14494-6D9A-4573-BC55-69CD7B09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전송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DF7F7-E276-4E1B-815D-C6DCCD4C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E58F4-C535-451C-81B8-E1FCABEF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5C611-B9F1-4156-B714-7C75418E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036</a:t>
            </a:r>
          </a:p>
        </p:txBody>
      </p:sp>
    </p:spTree>
    <p:extLst>
      <p:ext uri="{BB962C8B-B14F-4D97-AF65-F5344CB8AC3E}">
        <p14:creationId xmlns:p14="http://schemas.microsoft.com/office/powerpoint/2010/main" val="139892324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4C24E-557B-44FA-8A43-B51D9937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5C841-FBFE-433C-9696-CDF75D06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66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배치 복잡도: 이웃 수에 선형, 전역 node 수에는 직접 의존하지 않음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4FA65-374F-48EA-A0CA-1EE10FC2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III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E931A-F22B-4D76-9319-DDE817CC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4F5F0-10CD-404C-9E34-8C16A773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9B2A7-2F6A-468F-8C7B-85F91403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Time ≈ O(|𝒩ᵤ|·d²),   Memory ≈ O(|𝒩ᵤ|·d)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73182-25CC-4269-9154-F2A5CFA8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d: local hidden dimension; default 64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1047750" y="3333750"/>
          <a:ext xmlns:a="http://schemas.openxmlformats.org/drawingml/2006/main" cx="10096500" cy="2238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2381250"/>
                <a:gridCol w="2381250"/>
                <a:gridCol w="3238500"/>
              </a:tblGrid>
              <a:tr h="4476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Exact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Fast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분기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Normal + Predictive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shared/Top-2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Fast가 연산 축소</a:t>
                      </a:r>
                    </a:p>
                  </a:txBody>
                  <a:tcPr marL="91440" marR="91440" marT="45720" marB="45720"/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1-hop candidate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1-hop candidate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동일 분산성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parameter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18.56%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−81.44%</a:t>
                      </a:r>
                    </a:p>
                  </a:txBody>
                  <a:tcPr marL="91440" marR="91440" marT="45720" marB="45720"/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checkpoint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21.37%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−78.63%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3E973-8AB5-4E1F-80D5-A9268358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BEB4D-8B5F-4973-8A4E-529011D1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66429-2588-4679-B12A-3F631DC7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037</a:t>
            </a:r>
          </a:p>
        </p:txBody>
      </p:sp>
    </p:spTree>
    <p:extLst>
      <p:ext uri="{BB962C8B-B14F-4D97-AF65-F5344CB8AC3E}">
        <p14:creationId xmlns:p14="http://schemas.microsoft.com/office/powerpoint/2010/main" val="169590095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0737E-005D-4A1D-A246-07685D06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 i="0">
                <a:solidFill>
                  <a:srgbClr val="71B8E8"/>
                </a:solidFill>
                <a:latin typeface="AppleGothic"/>
                <a:ea typeface="AppleGothic"/>
                <a:cs typeface="AppleGothic"/>
              </a:defRPr>
            </a:pPr>
            <a:r>
              <a:rPr sz="4500" b="1" i="0">
                <a:solidFill>
                  <a:srgbClr val="71B8E8"/>
                </a:solidFill>
                <a:latin typeface="AppleGothic"/>
                <a:ea typeface="AppleGothic"/>
                <a:cs typeface="AppleGothic"/>
              </a:rPr>
              <a:t>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4FE50-A649-49BB-96B9-B8E00DD9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실험 설계와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70CE4-ADFC-4471-8C7F-CE9FD02D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rPr>
              <a:t>결과표보다 먼저 캠페인 범위·baseline provenance·검증 규칙을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26546-4AB9-45A4-8D37-04190F67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776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B254D-FCE8-4C0F-816A-CB055E49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9DC3DD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9DC3DD"/>
                </a:solidFill>
                <a:latin typeface="AppleGothic"/>
                <a:ea typeface="AppleGothic"/>
                <a:cs typeface="AppleGothic"/>
              </a:rPr>
              <a:t>SwitchGLOBE 연구 진행 현황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44072-9FC0-4423-BE14-836B2E0B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9245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9DC3DD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9DC3DD"/>
                </a:solidFill>
                <a:latin typeface="AppleGothic"/>
                <a:ea typeface="AppleGothic"/>
                <a:cs typeface="AppleGothic"/>
              </a:rPr>
              <a:t>038</a:t>
            </a:r>
          </a:p>
        </p:txBody>
      </p:sp>
    </p:spTree>
    <p:extLst>
      <p:ext uri="{BB962C8B-B14F-4D97-AF65-F5344CB8AC3E}">
        <p14:creationId xmlns:p14="http://schemas.microsoft.com/office/powerpoint/2010/main" val="40358665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61998A-E81B-4E80-A4D5-DA7A26B1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4A101-E3E4-48C5-A0CC-20707B87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평가 설계: 5 × 14 × 200의 반복과 campaign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E6E6D-FB5D-42A7-8857-88CBCEBD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IV ·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1A609-188E-4770-8B06-53F7B7A6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7D47B-9C5D-4AB5-BF90-BE5501F2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D6F4A-CDD4-4DA6-AA32-FD151567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14500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EC87C-B91A-4283-94C0-82A5918D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4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CBC17-2100-4846-8920-86E9BB8C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42, 77, 123, 314, 2718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7AC31-BBA6-40FC-B8F7-06FCC611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F3201-2D54-4807-97F0-46DD879E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14500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SCENARIOS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E8DBB-1DA3-4E88-9A8C-661AAA00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193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4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1B059-79A5-4847-9F96-EDA4F429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5270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generic + structural + predictive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C7448-E2CA-41B3-A251-2571E0FB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77E07-BF30-4E72-9042-A18B6CA0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14500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EPISODES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D7C43-BEBF-4965-90EC-097B95A3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4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008960-1152-4210-8DE2-61DB5A18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5270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per seed/scenario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7787C-200B-43DC-ADAC-76884CF8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B77AA-F327-44C5-A992-E1B885AA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1450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MAX NODES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0B0C0-FBDD-4387-A402-FF4B58E8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193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47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5894EC-8E09-4DD4-AAA3-EC78D751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527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model padding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F9DB9-A7FF-44A4-B29A-881FBC7B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B86BAD-B85C-41E9-8EC7-CDBA6322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0" cy="21336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B3F2D-CCAD-495C-8E32-595BA22A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0F5C2-8B33-4078-B9A6-263B4290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External comparison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1C44B-6212-45C8-9950-E8879EC5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048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7 external/traditional baselines + Exact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98,000 episode rows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490 summaries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210 CPU spot checks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0 duplicate / 0 mismatch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E9B86-6993-424C-9E26-B8B2AC16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8CDE39-953C-4F80-9810-33BA41D1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290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Ablation campaign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90A79-2EAF-4BD4-908E-228252C5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component variants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84,000 episode rows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420 summaries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paired scenario aggregation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5"/>
              </a:spcAft>
              <a:buNone/>
              <a:def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0 duplicate / 0 mismatch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7F9338-439F-4365-ABA3-1A045C78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8EE0FE-6180-4CE4-BB2B-397A8C10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3D19B9-E2B0-4DA5-9FDA-57D47BF7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039</a:t>
            </a:r>
          </a:p>
        </p:txBody>
      </p:sp>
    </p:spTree>
    <p:extLst>
      <p:ext uri="{BB962C8B-B14F-4D97-AF65-F5344CB8AC3E}">
        <p14:creationId xmlns:p14="http://schemas.microsoft.com/office/powerpoint/2010/main" val="148782548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A4329-2506-441A-A930-340E7307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E6EEB-A18B-43ED-9E4B-74B9BA3B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14개 scenario — 일반·OOD·규모 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18EF7-1C0C-4CF2-ABE7-C2FD2C7D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IV ·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A4A21-906C-4D2C-9394-D6F5EEF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952500" y="1524000"/>
          <a:ext xmlns:a="http://schemas.openxmlformats.org/drawingml/2006/main" cx="10287000" cy="4333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24250"/>
                <a:gridCol w="2857500"/>
                <a:gridCol w="3905250"/>
              </a:tblGrid>
              <a:tr h="54173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변화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검증 질문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heldout_medium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held-out 기본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기본 일반화</a:t>
                      </a:r>
                    </a:p>
                  </a:txBody>
                  <a:tcPr marL="91440" marR="91440" marT="45720" marB="45720"/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ood_link_loss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link loss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손실 강건성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ood_fast_mobility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고속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mobility OOD</a:t>
                      </a:r>
                    </a:p>
                  </a:txBody>
                  <a:tcPr marL="91440" marR="91440" marT="45720" marB="45720"/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ood_sparse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희소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connectivity 감소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ood_nodes_10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10 nodes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소규모</a:t>
                      </a:r>
                    </a:p>
                  </a:txBody>
                  <a:tcPr marL="91440" marR="91440" marT="45720" marB="45720"/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ood_nodes_16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16 nodes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규모 일반화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ood_nodes_24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24 nodes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규모 일반화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2C517-8812-4F80-A5B8-97F74AD5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943F2-F4BD-4E6B-B991-65F5DDEB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9D072-0968-44BF-950F-D9C933BB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040</a:t>
            </a:r>
          </a:p>
        </p:txBody>
      </p:sp>
    </p:spTree>
    <p:extLst>
      <p:ext uri="{BB962C8B-B14F-4D97-AF65-F5344CB8AC3E}">
        <p14:creationId xmlns:p14="http://schemas.microsoft.com/office/powerpoint/2010/main" val="203692376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A2C7C-9110-48B3-ACF2-C7A347FB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AECDD-0E62-4A0A-A975-BC578004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14개 scenario — 구조적 단절과 예측 난제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3F96A-4130-43D3-A36B-58BA006C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IV ·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6B440-869B-4ED2-8EDB-B6713D5D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952500" y="1524000"/>
          <a:ext xmlns:a="http://schemas.openxmlformats.org/drawingml/2006/main" cx="10287000" cy="4333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2857500"/>
                <a:gridCol w="3714750"/>
              </a:tblGrid>
              <a:tr h="54173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변화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검증 질문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unconditional_sparse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연결 여부 무조건 포함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overall robustness</a:t>
                      </a:r>
                    </a:p>
                  </a:txBody>
                  <a:tcPr marL="91440" marR="91440" marT="45720" marB="45720"/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structural_hole_45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45° hole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local minimum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structural_hole_225_link_loss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225° + loss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hole + 손실</a:t>
                      </a:r>
                    </a:p>
                  </a:txBody>
                  <a:tcPr marL="91440" marR="91440" marT="45720" marB="45720"/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predictive_break_45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45° future break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예측 전환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predictive_break_225_link_loss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225° + break + loss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최악 조합</a:t>
                      </a:r>
                    </a:p>
                  </a:txBody>
                  <a:tcPr marL="91440" marR="91440" marT="45720" marB="45720"/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ood_link_loss_30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30% loss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극한 손실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ood_extreme_mobility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극고속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극한 이동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DB8E5-B47B-48FD-89AD-51EE9423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87FBC-CC0D-4096-B951-09538D15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408FB-5F9C-4790-BD06-AB4C22F5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041</a:t>
            </a:r>
          </a:p>
        </p:txBody>
      </p:sp>
    </p:spTree>
    <p:extLst>
      <p:ext uri="{BB962C8B-B14F-4D97-AF65-F5344CB8AC3E}">
        <p14:creationId xmlns:p14="http://schemas.microsoft.com/office/powerpoint/2010/main" val="203417592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6B14D-D10A-4592-89A3-FCAC0761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AF494-B859-4B6E-AA89-964C86E6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비교군은 전통·기하·value-based·graph-based를 함께 포함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7F502-817B-444A-AF1E-1AEF1549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IV ·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B57A4-6DF9-4923-86D4-E4256FA0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047750" y="1524000"/>
          <a:ext xmlns:a="http://schemas.openxmlformats.org/drawingml/2006/main" cx="100965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3429000"/>
                <a:gridCol w="485775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범주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전통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AODV, OLSR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reactive/proactive standard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기하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Greedy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가벼운 local heuristic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진화/기하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Evo-QGeo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강한 비신경 외부 기준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Value-based RL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RDQN-HERP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재현된 recurrent Q-routing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Graph RL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GAT-GRU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graph attention recurrent baseline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제안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SwitchGLOBE Exact, Fast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최종 / latency trade-off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93F2F-33D7-493C-9992-551981FE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E7BFB-0F1D-42D7-990C-DA89DA30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EBBC7-821D-46B7-BA22-5FC421BB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042</a:t>
            </a:r>
          </a:p>
        </p:txBody>
      </p:sp>
    </p:spTree>
    <p:extLst>
      <p:ext uri="{BB962C8B-B14F-4D97-AF65-F5344CB8AC3E}">
        <p14:creationId xmlns:p14="http://schemas.microsoft.com/office/powerpoint/2010/main" val="136229264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EA543-CA9D-4BD1-9DB7-D0772C11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88CFC-C9FB-4CC2-BBE4-BD8AC2CA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지표는 신뢰성·지연·비용·배치 복잡도를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81544-77E2-414E-B935-13EBF8B5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IV ·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08078-A8F3-4C04-8915-33F381F6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00500"/>
                <a:gridCol w="952500"/>
                <a:gridCol w="3714750"/>
              </a:tblGrid>
              <a:tr h="59871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정의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방향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해석 주의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Connected-pair PDR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reachable source–destination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연결 가능한 episode만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Overall PDR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모든 episode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↑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unreachable 포함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Deadline ratio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deadline 내 전달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reliability+delay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P95 delay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전달 packet tail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↓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실제 ms가 아닌 step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Energy/delivered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simulator proxy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Joule 아님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Policy input bytes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model input accounting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↓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control overhead 아님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09370-F827-4289-ADF9-1F400296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12B71-EDCA-4295-B6B4-764EF02D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5204A-05B2-4902-827A-AA97EA6B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043</a:t>
            </a:r>
          </a:p>
        </p:txBody>
      </p:sp>
    </p:spTree>
    <p:extLst>
      <p:ext uri="{BB962C8B-B14F-4D97-AF65-F5344CB8AC3E}">
        <p14:creationId xmlns:p14="http://schemas.microsoft.com/office/powerpoint/2010/main" val="193902098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5B96F-E212-4838-B463-22F3A80D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79AEA-8ED0-40E1-BF27-56E5D182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결과 무결성: 행 수·중복·spot-check·동일 세션을 모두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66F5B-2177-4C06-A704-2FFC9954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IV ·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69C73-F8A7-4705-9361-CA981730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57250" y="161925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2190750"/>
                <a:gridCol w="2190750"/>
                <a:gridCol w="3714750"/>
              </a:tblGrid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검증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External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Ablation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episode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98,000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84,000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expected count 일치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summary rows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490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420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집계 범위 일치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duplicate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중복 병합 없음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CPU spot check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210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0 mismatch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latency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same-session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separate campaign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cross-session 결합 금지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7EBD8-9F3B-4456-A2AF-CA13ADDD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10478">
            <a:solidFill>
              <a:srgbClr val="B9DD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55775-BDB7-4591-9AB8-2156A680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43525"/>
            <a:ext cx="994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현재 회귀 테스트: PYTHONPATH=. 기준 125 / 125 통과 (2026-09-04 재실행)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39CD6-F44C-485A-9973-E8135978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69D99-5443-48A9-B8D4-7F391630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F64DE-F4A0-47F9-8A1C-6A53F773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044</a:t>
            </a:r>
          </a:p>
        </p:txBody>
      </p:sp>
    </p:spTree>
    <p:extLst>
      <p:ext uri="{BB962C8B-B14F-4D97-AF65-F5344CB8AC3E}">
        <p14:creationId xmlns:p14="http://schemas.microsoft.com/office/powerpoint/2010/main" val="14609672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C90191-187C-4488-B27C-205D5035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D7761-7C0A-49C7-BECC-81EB93AE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최종 scorecard: 신뢰성 3개와 energy proxy 1위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8312C-8B60-4E63-9A33-17C1CC71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IV ·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56348-BE36-457B-95D4-CFA8E8FF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A991F-24BD-4F81-9FD8-1884F709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3CCD1-8219-4953-93A4-C813BE60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CONNECTED PDR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14EEC-945E-403F-85FB-EBC3FF33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0.9053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1DDEA-0FEC-4469-A68F-5203907B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95% CI ±0.0014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7CB50-D9B8-4BB6-82FE-0562B02D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04D17-D2BE-4DC3-B4E1-AB06EE07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19250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OVERALL PDR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61FCB-F5B7-4432-8A76-877E7341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2405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0.8542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5D173-1282-4A3D-BE77-A81574AF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95% CI ±0.0015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3BC36-2089-47C2-BD9A-891CB3E9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E52B7-1F3A-4574-BC4A-BBC68AEC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DEADLINE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576B3-9254-4540-BA98-03EB69F4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0.8376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3825B-015D-414B-9C4D-33794AE2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95% CI ±0.0014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44A48-4581-4C08-A4F6-78F38A00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040243-A6A4-4AD3-B47E-B7CE6C37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1925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ENERGY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40322-B8D6-4492-846A-B319B38A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24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2.2279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C68A1-3652-4502-A962-BF663BD6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574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95% CI ±0.0029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25C13-96FC-4624-AE02-F1C2C581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585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F3B7F-FED8-4FAB-B939-A860725D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0D1DED-1120-429E-AABC-F52927B1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004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Exact vs Evo-QGeo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195F7-1200-43B1-BBDC-C263AE04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+1.84%p connected · +1.19%p overall · +2.23%p deadline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BE904-7BC4-46A4-8DB6-BF6926EA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P95 −0.293 step · energy −0.0203 · policy input 약 −1,630 bytes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9C53F-4D1C-4DB3-AD7F-C0DA936C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134FE6-0695-47DF-A831-DF8D5AF1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158965-9196-46ED-B7CA-1A1D637D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045</a:t>
            </a:r>
          </a:p>
        </p:txBody>
      </p:sp>
    </p:spTree>
    <p:extLst>
      <p:ext uri="{BB962C8B-B14F-4D97-AF65-F5344CB8AC3E}">
        <p14:creationId xmlns:p14="http://schemas.microsoft.com/office/powerpoint/2010/main" val="207744998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2B3BC-39AA-4A69-9F28-01CF225D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79256-4C07-4732-8641-544A0D4F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8-method macro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9C392-6C26-42F7-9072-08EE36B5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IV ·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F169C-B9F7-4F3C-92B0-D12C0937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11144250" cy="4429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1524000"/>
                <a:gridCol w="1524000"/>
                <a:gridCol w="1524000"/>
                <a:gridCol w="1333500"/>
                <a:gridCol w="1524000"/>
                <a:gridCol w="1619250"/>
              </a:tblGrid>
              <a:tr h="4921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Conn PDR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Overall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Deadline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P95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Energy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Input B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AODV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.7982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.7357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.7357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3.857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15.420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143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OLSR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.7657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.7039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.7039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3.139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27.164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138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Greedy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.6832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.6418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.6371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3.568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25.761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2,284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Evo-QGeo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.8869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.8424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.8154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4.557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2.248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6,452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RDQN-HERP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.7251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.6821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.5996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6.163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3.348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4,977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GAT-GRU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.6758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.6337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.5817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5.494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13.191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4,451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Exact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.9053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.8542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.8376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4.264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2.228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4,821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Fast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.8872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.8375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.8150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4.486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2.369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6,437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16B53-189A-46FF-9A70-8C82EEC2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↑ PDR/Deadline · ↓ P95/Energy/Input · campaign-wide macro means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975A4-A121-4BAB-AB9B-6754CEEB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3506B-3437-4EB5-9856-ADD188D9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314EA-EEF2-4E6C-B9B0-36043BBF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046</a:t>
            </a:r>
          </a:p>
        </p:txBody>
      </p:sp>
    </p:spTree>
    <p:extLst>
      <p:ext uri="{BB962C8B-B14F-4D97-AF65-F5344CB8AC3E}">
        <p14:creationId xmlns:p14="http://schemas.microsoft.com/office/powerpoint/2010/main" val="115425623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B264F-0066-4AD1-82BB-7806FEC7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E56B3-68A2-4E72-9A06-39D41780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11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결과의 핵심: Exact는 reliability 우위를 확보하지만 모든 비용 지표 우위는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A21FD-29B8-46E6-B334-F3DA6854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IV ·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F9518-DFB6-4E80-A816-74F9FF27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78539-ABC2-439B-BA7D-5ED23272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924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6a9b99af943ae"/>
          <a:stretch xmlns:a="http://schemas.openxmlformats.org/drawingml/2006/main"/>
        </p:blipFill>
        <p:spPr>
          <a:xfrm xmlns:a="http://schemas.openxmlformats.org/drawingml/2006/main">
            <a:off x="666750" y="2606146"/>
            <a:ext cx="7810500" cy="216958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8237E-832E-478A-A9C3-4D7F1B98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E45BE-60DE-417E-93B7-AF146D56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097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읽을 포인트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5D308-46EE-4D2E-A8DD-A7D6B166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43125"/>
            <a:ext cx="2571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2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Exact: reliability 3종 1위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2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energy proxy도 최저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2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OLSR/AODV는 P95가 더 짧음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2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input byte는 전통 기준선보다 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8C723-AF7C-4CEE-8A18-FCEF3BA2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48250"/>
            <a:ext cx="2714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0478">
            <a:solidFill>
              <a:srgbClr val="E8BB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96890-721B-4110-91DA-CC48FAFD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197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‘모든 지표 우위’는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97F11-9320-4C3C-9AA7-0FDC9E07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6A9F8-C1A3-42DE-979D-DB412A9E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565E2-0C95-4085-8BFD-D6FF8A93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047</a:t>
            </a:r>
          </a:p>
        </p:txBody>
      </p:sp>
    </p:spTree>
    <p:extLst>
      <p:ext uri="{BB962C8B-B14F-4D97-AF65-F5344CB8AC3E}">
        <p14:creationId xmlns:p14="http://schemas.microsoft.com/office/powerpoint/2010/main" val="185863926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EDF2D-8F0D-49EC-A19F-4B9D4854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A4E91-2A8E-4765-8C00-CBEBE7EF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시나리오별 약점: predictive_break_225_link_loss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5B42E-F95F-407C-BCE4-0F4ED001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IV ·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D4E1E-81FA-49BD-8933-77491371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B7463-D2D2-4B24-93AE-7C9CC859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3905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e4362cdb246ee"/>
          <a:stretch xmlns:a="http://schemas.openxmlformats.org/drawingml/2006/main"/>
        </p:blipFill>
        <p:spPr>
          <a:xfrm xmlns:a="http://schemas.openxmlformats.org/drawingml/2006/main">
            <a:off x="666750" y="2436813"/>
            <a:ext cx="7524750" cy="2508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7FB6E-5A1D-402E-B46B-FA979B1A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9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C7DEF-F4B1-41F1-87D4-4E68DE41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14500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EXACT CONNECTED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8A82F-12D2-4CA8-9CBD-0BD4198C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1930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2475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0.5116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FD35D-2037-476A-AC30-060A0036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527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worst scenario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C4F9D-D349-48A4-9543-C01F8940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2F5CE-91F8-453D-995F-798FD20C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86125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EVO-QGEO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C2BC1-A531-4642-8493-6BBD0B09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90925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47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0.5581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55431-D637-42AB-B131-E70779B5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2432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Exact −4.65%p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A9D7E-4F79-459C-ACBC-4F28846C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53000"/>
            <a:ext cx="309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재보정과 predictive 재학습으로도 해결되지 않아 method-level limitation으로 분류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F7F82-0C44-443B-97A0-DFBCDDC4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DBE83-E331-4333-BE98-FABFDAF4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A1A86-8D5F-4144-B9C7-05E96778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048</a:t>
            </a:r>
          </a:p>
        </p:txBody>
      </p:sp>
    </p:spTree>
    <p:extLst>
      <p:ext uri="{BB962C8B-B14F-4D97-AF65-F5344CB8AC3E}">
        <p14:creationId xmlns:p14="http://schemas.microsoft.com/office/powerpoint/2010/main" val="136149298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A5704-41AF-4C51-96F4-DE8CAE20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0A647-0A4A-4B12-A34C-A0A34D53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67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Ablation과 latency: 왜 Exact를 유지하고 Fast를 절충안으로 남겼나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D6BAB-0F19-459B-9D96-BFA67416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IV ·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68068-AB29-4ADE-98A4-45848078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6286500" cy="3190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1333500"/>
                <a:gridCol w="1333500"/>
                <a:gridCol w="1524000"/>
              </a:tblGrid>
              <a:tr h="53181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Variant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Conn PDR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Deadline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Geo-Residual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.8053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.7400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predictive/switch 부재</a:t>
                      </a:r>
                    </a:p>
                  </a:txBody>
                  <a:tcPr marL="91440" marR="91440" marT="45720" marB="45720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Predictive prior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.9116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.8376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위험 신호 효과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Predictive no-switch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.8950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.8223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선택 규칙 기여</a:t>
                      </a:r>
                    </a:p>
                  </a:txBody>
                  <a:tcPr marL="91440" marR="91440" marT="45720" marB="45720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Exact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.9116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.8376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ablation campaign 최종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Fast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.8925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.8150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retention 실패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A4869-3ADB-4AAE-8F61-EBCBCDB2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14475"/>
            <a:ext cx="4400550" cy="3305175"/>
          </a:xfrm>
          <a:prstGeom xmlns:a="http://schemas.openxmlformats.org/drawingml/2006/main" prst="roundRect">
            <a:avLst>
              <a:gd name="adj" fmla="val 34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3541401b94944"/>
          <a:stretch xmlns:a="http://schemas.openxmlformats.org/drawingml/2006/main"/>
        </p:blipFill>
        <p:spPr>
          <a:xfrm xmlns:a="http://schemas.openxmlformats.org/drawingml/2006/main">
            <a:off x="7239000" y="2095500"/>
            <a:ext cx="4286250" cy="2143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C5D20-0534-41AD-A906-14CC70D1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0953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0478">
            <a:solidFill>
              <a:srgbClr val="E7C68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53AFC-1404-4906-A495-CB7032C5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Fast CPU P95 −63.22% · parameter −81.44% · checkpoint −78.63% · 그러나 connected PDR −1.81%p로 −0.5%p gate 실패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A1176-91C4-4E9A-A625-1A84EA31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8BE39-BE49-4442-90BF-57E80C31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3741B-3155-4465-B9A7-0A33F9F4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049</a:t>
            </a:r>
          </a:p>
        </p:txBody>
      </p:sp>
    </p:spTree>
    <p:extLst>
      <p:ext uri="{BB962C8B-B14F-4D97-AF65-F5344CB8AC3E}">
        <p14:creationId xmlns:p14="http://schemas.microsoft.com/office/powerpoint/2010/main" val="88742427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AE1E7-777E-4366-B2B0-B438090D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045D7-A709-4422-9F88-22BED628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현재 결론과 다음 실험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E29D1-CB69-4C48-9AFF-968FCE43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V · LIMITS &amp;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70162-FD4F-4D2A-95BC-8B423BD5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424E9-9AFC-4649-A4DF-33AED945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0" cy="39528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93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6798D-4DC4-43AF-94B2-19699A25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현 기법의 한계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A493B-6E03-4F76-868E-B584ED0D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1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225° break+loss 약점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1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P95가 전통 일부보다 큼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1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input bytes ≠ control overhead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1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energy/throughput는 simulator proxy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DDAC2-8766-4410-A599-B5099067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71625"/>
            <a:ext cx="0" cy="39528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66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0D460-0F8C-4F6D-A429-1914D5B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최근 진행 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F3629-F102-4FB9-8385-47544F0B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1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Early-Exit offline calibration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1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margin 0: skip 74.27%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1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43,467 decisions에서 divergence 0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1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실제 latency·outcome 미검증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802D3-6E1D-44BF-8FFB-3A66BA42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71625"/>
            <a:ext cx="0" cy="39528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3499C-E4ED-48F3-BC50-A3B693FF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다음 우선순위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ED246-E500-4303-92CC-15E7AD80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1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direction/uncertainty-aware gate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1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Early-Exit 실제 구현·latency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1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full novelty ablation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1"/>
              </a:spcAft>
              <a:buNone/>
              <a:def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real control traffic/Joule 평가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9AE1E-3A40-4328-B19B-4D2AB737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19750"/>
            <a:ext cx="10001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10478">
            <a:solidFill>
              <a:srgbClr val="123B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14771-9358-4829-BDD2-E7267D38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769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최종: Exact · 절충: Fast · 미채택: P+/EVO · 진행 중: Early-Exit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3203B-648D-49DE-9AE3-FF5D33C2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181A7-9707-429F-9149-6F0549F1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SwitchGLOBE · LAB MEETING · 2026-09-04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439D5-709D-4A7D-8C16-B97E6AF9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050</a:t>
            </a:r>
          </a:p>
        </p:txBody>
      </p:sp>
    </p:spTree>
    <p:extLst>
      <p:ext uri="{BB962C8B-B14F-4D97-AF65-F5344CB8AC3E}">
        <p14:creationId xmlns:p14="http://schemas.microsoft.com/office/powerpoint/2010/main" val="172279731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A4B35-CFF4-4FFF-A68C-15611DEE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 i="0">
                <a:solidFill>
                  <a:srgbClr val="71B8E8"/>
                </a:solidFill>
                <a:latin typeface="AppleGothic"/>
                <a:ea typeface="AppleGothic"/>
                <a:cs typeface="AppleGothic"/>
              </a:defRPr>
            </a:pPr>
            <a:r>
              <a:rPr sz="4500" b="1" i="0">
                <a:solidFill>
                  <a:srgbClr val="71B8E8"/>
                </a:solidFill>
                <a:latin typeface="AppleGothic"/>
                <a:ea typeface="AppleGothic"/>
                <a:cs typeface="AppleGothic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5B012-2697-4255-9FCC-0ED7F033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 i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상세 부록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AD8E6-7C89-4FA3-9949-B211F65A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 i="0">
                <a:solidFill>
                  <a:srgbClr val="D4E4EF"/>
                </a:solidFill>
                <a:latin typeface="AppleGothic"/>
                <a:ea typeface="AppleGothic"/>
                <a:cs typeface="AppleGothic"/>
              </a:rPr>
              <a:t>Git·Phase·수식·설정·figure provenance를 발표 질문에 대비해 보존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CAD4E-6D65-4274-904E-41013C92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776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A585B-3828-4B52-B650-EF32EF8A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9DC3DD"/>
                </a:solidFill>
                <a:latin typeface="AppleGothic"/>
                <a:ea typeface="AppleGothic"/>
                <a:cs typeface="AppleGothic"/>
              </a:defRPr>
            </a:pPr>
            <a:r>
              <a:rPr sz="975" b="1" i="0">
                <a:solidFill>
                  <a:srgbClr val="9DC3DD"/>
                </a:solidFill>
                <a:latin typeface="AppleGothic"/>
                <a:ea typeface="AppleGothic"/>
                <a:cs typeface="AppleGothic"/>
              </a:rPr>
              <a:t>SwitchGLOBE 연구 진행 현황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12442-3651-42D5-9A45-36D75182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9245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9DC3DD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9DC3DD"/>
                </a:solidFill>
                <a:latin typeface="AppleGothic"/>
                <a:ea typeface="AppleGothic"/>
                <a:cs typeface="AppleGothic"/>
              </a:rPr>
              <a:t>051</a:t>
            </a:r>
          </a:p>
        </p:txBody>
      </p:sp>
    </p:spTree>
    <p:extLst>
      <p:ext uri="{BB962C8B-B14F-4D97-AF65-F5344CB8AC3E}">
        <p14:creationId xmlns:p14="http://schemas.microsoft.com/office/powerpoint/2010/main" val="113982825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B5F18-D847-437A-9957-03234176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2C19A-B457-4E96-B684-F494E1C1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A1 · 주장–증거 매핑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3A9C5-D6A0-48DA-854C-42422484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D23C8-62E0-4013-A785-621B0B50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2857500"/>
                <a:gridCol w="2667000"/>
                <a:gridCol w="2667000"/>
              </a:tblGrid>
              <a:tr h="635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주장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1차 근거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보조 근거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허용 표현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Exact reliability 1위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synthesis 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paired analysis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5-seed macro 기준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분산 실행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student source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deployment bundle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현재 1-hop 관측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Fast latency 감소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same-session latency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parameter audit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Exact 대비 CPU P95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P+ 미채택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phase13 merged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method history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single-seed 한계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Early-Exit 잠재력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gate 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current source/tests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offline evidence only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B4C95-030F-44A1-9FFD-48C8323B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7BC31-C37A-40E5-AB0A-7DEC7079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EVIDENCE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5824A-D63D-4C3F-B6C8-97F48578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052</a:t>
            </a:r>
          </a:p>
        </p:txBody>
      </p:sp>
    </p:spTree>
    <p:extLst>
      <p:ext uri="{BB962C8B-B14F-4D97-AF65-F5344CB8AC3E}">
        <p14:creationId xmlns:p14="http://schemas.microsoft.com/office/powerpoint/2010/main" val="149418546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3DA4D-05D7-4857-A4C6-6731E152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F719C-EAAB-4ADA-B484-51DDFEC7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A2 · 주요 branch와 tip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AB59A-3B90-4C30-A48D-3A664616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60149-CA6D-4149-95D6-2613EF1A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1114425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381500"/>
                <a:gridCol w="1619250"/>
                <a:gridCol w="5143500"/>
              </a:tblGrid>
              <a:tr h="585107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Branch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Tip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refactor/GLOBE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16672ce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현재 본류; Exact final + Fast trade-off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main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22ae110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paper/current snapshot source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feature/phase13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cecdf7c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P+와 phase13 문서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feature/SWGLBOE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4730b9f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SwitchGLOBE 초기 분기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feature/switchglobe-simulations/fix/globe_latency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24e4806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simulation/latency 수정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refactor/EVO+GLOBE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1f3b6f7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</a:rPr>
                        <a:t>EVO 후보와 음성 결과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0D7D0-F11E-4CA0-8F79-D2670EEF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99492-A71F-46BF-A4EB-5B56165A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GIT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4E5F2-55FF-4B2D-B8C6-97C6CAF2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053</a:t>
            </a:r>
          </a:p>
        </p:txBody>
      </p:sp>
    </p:spTree>
    <p:extLst>
      <p:ext uri="{BB962C8B-B14F-4D97-AF65-F5344CB8AC3E}">
        <p14:creationId xmlns:p14="http://schemas.microsoft.com/office/powerpoint/2010/main" val="177612182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94FDF-FF2E-4827-880E-3283BF22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6B7D5-4112-499D-8624-A3FE8C8E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A3 · 병렬 branch의 해석 규칙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938A4-1B60-499A-8177-44A5AD93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14648-4AC3-4AD6-8333-1A7E61F6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9D4E9-91D6-436F-B45C-BF0BC04F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0" cy="4191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08B3C-079D-4ECB-BDA3-152C0AD4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21B46-E996-4061-AC20-79726741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같은 사건으로 묶음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9CCFD-B085-4F2D-B81E-F6796D24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048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동일 patch의 cherry-pick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같은 artifact의 packaging copy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PDF/SVG/PNG format variant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동일 hash figure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ECBE6-B3B5-4063-AA00-2C554E9F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0D497-88F6-45B1-BE86-E4AB8461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62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별도 사건으로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138D7-142E-4BC9-9364-A1C06281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1455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새 baseline provenance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새 5-seed/full campaign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acceptance gate 결과</a:t>
            </a:r>
          </a:p>
          <a:p xmlns:a="http://schemas.openxmlformats.org/drawingml/2006/main">
            <a:pPr marL="24" indent="-14" algn="l">
              <a:lnSpc>
                <a:spcPct val="110000"/>
              </a:lnSpc>
              <a:spcAft>
                <a:spcPts val="10"/>
              </a:spcAft>
              <a:buNone/>
              <a:def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 i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실패 원인을 바꾼 수정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B51D2-2F26-4836-84B4-9E16E755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0"/>
            <a:ext cx="8953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0478">
            <a:solidFill>
              <a:srgbClr val="E7C6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4A018-2A3A-4C70-A818-D9F2DAE8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91175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커밋 수 ≠ 연구 단계 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64CE5-1C07-4BE8-B2CF-1E839093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03A9E-0224-4B2F-AF94-BC363CF1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GIT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032AD-7AA6-47C9-8CC7-1BBA4A62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054</a:t>
            </a:r>
          </a:p>
        </p:txBody>
      </p:sp>
    </p:spTree>
    <p:extLst>
      <p:ext uri="{BB962C8B-B14F-4D97-AF65-F5344CB8AC3E}">
        <p14:creationId xmlns:p14="http://schemas.microsoft.com/office/powerpoint/2010/main" val="135305081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972E8-53C0-4DC7-A8F9-8B8F5641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95758-578F-4396-A1D5-EFCD766F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A4 · Git 사건 2026-06-19 ~ 2026-08-29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945F6-A920-4709-A8B7-00CF65D8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E4071-73C0-4DE7-BFD8-E592F9C3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95375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1714500"/>
                <a:gridCol w="4953000"/>
                <a:gridCol w="2571750"/>
              </a:tblGrid>
              <a:tr h="619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Commit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사건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증거 수준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06-19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c7f60ed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최초 workspace; Phase 1–13 이미 포함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초기 경계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06-28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63a7948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Phase 13 및 paper draft 확장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historical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06-29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multiple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Colab path/runtime 안정화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implementation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08-24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7bcc322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paper·analysis·Colab 확장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manuscript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08-25~29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branch work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simulation·baseline preparation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intermediate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7224C-2F48-42E1-980F-A6934718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18FEC-5893-41B9-B916-05EC1ECD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GIT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FE188-52A2-449F-A041-A39C4190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055</a:t>
            </a:r>
          </a:p>
        </p:txBody>
      </p:sp>
    </p:spTree>
    <p:extLst>
      <p:ext uri="{BB962C8B-B14F-4D97-AF65-F5344CB8AC3E}">
        <p14:creationId xmlns:p14="http://schemas.microsoft.com/office/powerpoint/2010/main" val="199340201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D3FAD-45F4-4669-8A18-98B69D6D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CC42B-9687-40AB-9B08-AD473AAE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A5 · Git 사건 2026-08-30 ~ 현재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8124E-367F-44B4-BFF8-3052176B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DED13-B8EB-48A9-819B-37C2D7FA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95375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6096000"/>
                <a:gridCol w="3048000"/>
              </a:tblGrid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사건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결정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08-30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SwitchGLOBE 중심으로 원고 refocus; external comparison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Exact 중심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08-31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provenance audit, combined comparison, latency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수치 방어 가능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08-31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risk fusion / novelty / EVO 후보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개선 없음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08-31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Exact final confirm; Fast retention 분석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Exact final, Fast trade-off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09-04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uncommitted Early-Exit gate calibration + tests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진행 중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709FD-B7D8-4514-9E36-EEA34038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0E944-9C31-429A-85FC-E4A542D2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GIT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53EB3-8B13-4C07-B8F3-E77C5A69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056</a:t>
            </a:r>
          </a:p>
        </p:txBody>
      </p:sp>
    </p:spTree>
    <p:extLst>
      <p:ext uri="{BB962C8B-B14F-4D97-AF65-F5344CB8AC3E}">
        <p14:creationId xmlns:p14="http://schemas.microsoft.com/office/powerpoint/2010/main" val="102591954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8BB1B-2BF2-4EA6-8628-98B83521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9A968-96B7-41A7-A32C-D28F577E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A6 · Phase 1–7 상세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C894F-14C3-4F4E-8F00-0CDEE0D1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A615C-4310-4FBE-B564-AB27C362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62000" y="1428750"/>
          <a:ext xmlns:a="http://schemas.openxmlformats.org/drawingml/2006/main" cx="10668000" cy="4429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4572000"/>
                <a:gridCol w="4667250"/>
              </a:tblGrid>
              <a:tr h="55364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산출물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검증/교훈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FANET env + baselines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state/action/metric 계약</a:t>
                      </a:r>
                    </a:p>
                  </a:txBody>
                  <a:tcPr marL="91440" marR="91440" marT="45720" marB="45720"/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local student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가변 이웃 처리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GNN teacher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전역 성능 상한</a:t>
                      </a:r>
                    </a:p>
                  </a:txBody>
                  <a:tcPr marL="91440" marR="91440" marT="45720" marB="45720"/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KD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global-to-local 전이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descriptor improvements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표현력 강화</a:t>
                      </a:r>
                    </a:p>
                  </a:txBody>
                  <a:tcPr marL="91440" marR="91440" marT="45720" marB="45720"/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fine-tune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task 적응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PPO teacher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안정적 rollout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CC11E-7DFE-4127-9EFC-D1FA305B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CB8ED-EE6C-4165-BADE-67D9D079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PHASES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7BD7D-F740-4382-8E5F-D965ECFB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057</a:t>
            </a:r>
          </a:p>
        </p:txBody>
      </p:sp>
    </p:spTree>
    <p:extLst>
      <p:ext uri="{BB962C8B-B14F-4D97-AF65-F5344CB8AC3E}">
        <p14:creationId xmlns:p14="http://schemas.microsoft.com/office/powerpoint/2010/main" val="145662904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5A21F-05B6-4D01-8A42-8F7F1CE2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CA679-906D-4B67-8F59-8F9E72EE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A7 · Phase 8–13 상세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DF124-22AD-4895-8A38-145D6BF7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795FB-67A8-4C01-A125-650E5555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62000" y="1524000"/>
          <a:ext xmlns:a="http://schemas.openxmlformats.org/drawingml/2006/main" cx="106680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5334000"/>
                <a:gridCol w="3905250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산출물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최종 상태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Geo-Residual KD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정상 분기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topology/scalability ablation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근거 보강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external RL comparison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비교군 확장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Predictive KD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위험 분기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risk switch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SwitchGLOBE Exact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P+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single-seed; 미채택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26953-7B14-4FB2-8B36-8653C0BC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621D7-5B29-4636-B259-1FD64172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PHASES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B38E4-8AEE-4D7D-B229-6FCEF633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058</a:t>
            </a:r>
          </a:p>
        </p:txBody>
      </p:sp>
    </p:spTree>
    <p:extLst>
      <p:ext uri="{BB962C8B-B14F-4D97-AF65-F5344CB8AC3E}">
        <p14:creationId xmlns:p14="http://schemas.microsoft.com/office/powerpoint/2010/main" val="93748216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F7DBC-EED9-4FCB-89AB-756EF02E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751E4-45CE-4721-9E87-CC68FD73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A8 · 핵심 hyperparameter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89138-50C5-4DF4-8010-6F497ADB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A2DEB-38B7-4C69-963D-E0D31A90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143000" y="1428750"/>
          <a:ext xmlns:a="http://schemas.openxmlformats.org/drawingml/2006/main" cx="9906000" cy="4333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476750"/>
                <a:gridCol w="3238500"/>
              </a:tblGrid>
              <a:tr h="54173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그룹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Evaluation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seeds / episodes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5 / 200</a:t>
                      </a:r>
                    </a:p>
                  </a:txBody>
                  <a:tcPr marL="91440" marR="91440" marT="45720" marB="45720"/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hidden dim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64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PPO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γ / clip / epochs / minibatch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.99 / .20 / 4 / 128</a:t>
                      </a:r>
                    </a:p>
                  </a:txBody>
                  <a:tcPr marL="91440" marR="91440" marT="45720" marB="45720"/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Switch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τ / gₘ / gℓ / gₒ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.05 / .04 / .20 / .20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Calibration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PDR tolerance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.005</a:t>
                      </a:r>
                    </a:p>
                  </a:txBody>
                  <a:tcPr marL="91440" marR="91440" marT="45720" marB="45720"/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Environment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TTL / queue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20 / 16 default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Latency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warmup / repeats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50 / 2000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8AA00-6E2E-4D77-8B8A-A4A9892C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48634-8D15-4BEF-8662-1EA2F90D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CONFIG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50C47-0D42-41E2-A2AF-B3C1D216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059</a:t>
            </a:r>
          </a:p>
        </p:txBody>
      </p:sp>
    </p:spTree>
    <p:extLst>
      <p:ext uri="{BB962C8B-B14F-4D97-AF65-F5344CB8AC3E}">
        <p14:creationId xmlns:p14="http://schemas.microsoft.com/office/powerpoint/2010/main" val="141911562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F1008-637E-4EDE-BB79-F1592467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69DF7-0D7C-48F2-99BA-6E5BA9BA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A9 · 수식 모음 — 교사와 증류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CC4A9-DB14-4AEB-88AF-3D564FCC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CBB53-A8AE-4DD3-8D61-C134E209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70D70-4CE0-4EC3-ACD4-7D1469BD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A4B5C-7209-4E87-B72F-2D9BF64E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2877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Lᴾᴾᴼ = E[min(rₜÂₜ, clip(rₜ,1−ε,1+ε)Âₜ)]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95738-1561-4E37-B586-0D563FAC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PPO clipped surrogate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70843-1F01-4065-BAA6-223611E8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E8B22-5B2A-47C4-AB64-569A83B6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6702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L_KD = T² KL(π_T^mask ∥ π_S^mask)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541B7-6998-4C52-A68A-EFE187A8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masked forward KL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0A3D4-C1EF-4716-8964-71C08F5E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25410-431A-42DF-8185-6C62523B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L_total = L_KD + λₐCE(a_T)+λₒCE(a_oracle)+λᵣCE(a_risk)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5E1B5-4A12-43D2-9395-6FA08302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optional supervised auxiliary objectives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FD74F-D5FC-42C0-99B5-31352C84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382F4-FE5D-46B7-8A18-E75FB6C8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EQUATIONS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93872-424A-4607-99D2-302114DF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060</a:t>
            </a:r>
          </a:p>
        </p:txBody>
      </p:sp>
    </p:spTree>
    <p:extLst>
      <p:ext uri="{BB962C8B-B14F-4D97-AF65-F5344CB8AC3E}">
        <p14:creationId xmlns:p14="http://schemas.microsoft.com/office/powerpoint/2010/main" val="28880330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74B15-B99F-479F-94C0-A05F67B8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BC908-6427-4B96-ACF4-CFF3997B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A10 · 수식 모음 — Exact switch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305D4-F627-4168-9F7D-A1E82737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83141-D3F8-42BA-B56C-67B73A6F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2C33A-3610-4FD6-910C-C8536674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8E499-9403-448C-889D-6D5B9061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3352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zᵢᴺ = αgᵢ + rθ(oᵤ,ᵢ)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14768-83B4-4FD9-B2BD-7F7C9711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Geo-Residual normal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FCC08-C862-4EC4-8ABB-DDD6813F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CDC79-99F6-45A5-A6F5-62B6164E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xᵢʳⁱˢᵏ=[mᵢ,ℓᵢ,qᵢ,oᵢ]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61054-7D59-4D03-88D9-0EEB2D19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Predictive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237B0-EFB0-4FE2-BE52-0B265D9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67063-5EB2-471B-B4B3-3B4AB82D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2902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Dᵢ=[gₘ−mᵢ]₊+[gℓ−ℓᵢ]₊+[gₒ−oᵢ]₊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F827A-7AD3-46EE-8F9E-2DA17C7C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Danger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26F20-7981-4B49-83D9-364FE3B7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47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D9D27-03B6-4D85-A3B3-54011012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7677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a = aᴾ if switch else aᴺ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4DE45-9550-40AA-A81B-969CECB4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Final local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65699-FB2C-459E-86C7-E9D52170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9211D-BC5A-48AB-9192-9E2C3281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EQUATIONS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AFD0FB-CE3E-457A-9B9A-D76F084F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061</a:t>
            </a:r>
          </a:p>
        </p:txBody>
      </p:sp>
    </p:spTree>
    <p:extLst>
      <p:ext uri="{BB962C8B-B14F-4D97-AF65-F5344CB8AC3E}">
        <p14:creationId xmlns:p14="http://schemas.microsoft.com/office/powerpoint/2010/main" val="117308339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103B5-67BB-4DE9-9A2E-46AF3BDB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CB815-BE28-4125-A471-B354D302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A11 · 환경 설정의 시대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04AAD-EEFB-4DF5-B16D-DFC10C8A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2D189-56F2-4CE1-BADF-3BEB2B2D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95375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2857500"/>
                <a:gridCol w="3143250"/>
                <a:gridCol w="3048000"/>
              </a:tblGrid>
              <a:tr h="635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현재 코드/최종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옛 원고 표현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발표 원칙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공간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2D simulator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3D 표현 존재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2D로 명시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일반 default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area 1000, radius 350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다양한 서술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config 우선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최종 scenario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normalized area≈10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일괄 default로 오해 가능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scenario별 표기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Energy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simulator proxy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energy cost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Joule 주장 금지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Throughput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proxy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network throughput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실측 bps 아님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ACF6B-FBD7-4CA8-9E71-5169839B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179F8-DE54-4D88-80F3-FC3851CE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CAVEATS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68353-B84D-4004-996B-E2362B71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062</a:t>
            </a:r>
          </a:p>
        </p:txBody>
      </p:sp>
    </p:spTree>
    <p:extLst>
      <p:ext uri="{BB962C8B-B14F-4D97-AF65-F5344CB8AC3E}">
        <p14:creationId xmlns:p14="http://schemas.microsoft.com/office/powerpoint/2010/main" val="145488154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BF1DD-4B0C-45AC-A9CF-BD5D12A7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D2D96-F4A3-4C28-8DF8-2BFEDD19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A12 · Figure inventory 원칙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0A542-AB33-49B8-87F5-01D44F82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17057-FA8E-416C-B566-70E6EE40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57250" y="157162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5143500"/>
                <a:gridCol w="3238500"/>
              </a:tblGrid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원칙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이번 deck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수록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research PNG 고유 hash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111 unique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중복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동일 SHA-256는 대표 1개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9 duplicate files / 6 groups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제외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slide/report render·build preview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1019 workspace PNG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형식 변형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PDF/SVG와 PNG는 PNG만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표현 중복 방지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출처 불명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분류 실패 시 경고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9ED2C-37A7-435A-9A81-62551EE4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08E2D-3C0E-4508-88EC-FF71805F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721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본문 4개 핵심 figure는 본문에만, 나머지는 이후 한 figure/slide로 수록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54F00-94ED-49B3-82CC-4A5CE41C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C6BD8-8167-4171-B0F6-F0D92E43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INVENTORY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D8A2A-7256-4066-8F28-FEA07773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063</a:t>
            </a:r>
          </a:p>
        </p:txBody>
      </p:sp>
    </p:spTree>
    <p:extLst>
      <p:ext uri="{BB962C8B-B14F-4D97-AF65-F5344CB8AC3E}">
        <p14:creationId xmlns:p14="http://schemas.microsoft.com/office/powerpoint/2010/main" val="1702334699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87244-4BB1-4D9C-BF1E-1EB2AAF5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CCD62-7FE2-4EC6-9DDD-2929DCEE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index 1/8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5CCFE-733E-4A76-8BEB-69023EB3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52700-9B35-4B06-B3B1-935864B6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57250"/>
                <a:gridCol w="952500"/>
                <a:gridCol w="1809750"/>
                <a:gridCol w="7620000"/>
              </a:tblGrid>
              <a:tr h="26789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Fig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Slide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등급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파일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72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최종 종합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fig_combined_connected_pdr_by_method.png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002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73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최종 종합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fig_combined_deadline_ratio_by_method.png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최종 종합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fig_combined_pdr_deadline_energy_by_method.png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004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74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connected_pair_pdr.png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energy_per_delivered_packet.png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006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p95_success_delay.png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switch_activation_rate.png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008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78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ablation_component_effects.png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79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connected_pair_pdr.png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010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deadline_delivery_ratio.png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drop_rate.png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012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82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energy_per_delivered_packet.png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83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late_delivery_ratio.png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014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84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loop_rate.png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mean_control_bytes.png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6828D-B0DD-448E-8C53-158ADA6D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A5F08-DF5B-468D-8AD1-56D4037A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C613C-1857-4C87-B4C4-F867E340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064</a:t>
            </a:r>
          </a:p>
        </p:txBody>
      </p:sp>
    </p:spTree>
    <p:extLst>
      <p:ext uri="{BB962C8B-B14F-4D97-AF65-F5344CB8AC3E}">
        <p14:creationId xmlns:p14="http://schemas.microsoft.com/office/powerpoint/2010/main" val="180267384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23088-32A3-4E09-BE51-8B90B047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494A9-1D6B-4F92-B647-B93800DD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index 2/8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8813E-731D-4F49-8BA6-29ACE2A5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2FA01-1B1C-4251-8504-1AE85B47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57250"/>
                <a:gridCol w="952500"/>
                <a:gridCol w="1809750"/>
                <a:gridCol w="7620000"/>
              </a:tblGrid>
              <a:tr h="26789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Fig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Slide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등급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파일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mean_control_messages.png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017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87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mean_local_observation_bytes.png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mean_path_stretch.png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019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89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mean_policy_input_bytes.png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mean_reward.png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021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91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mean_success_delay_steps.png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mean_throughput.png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023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93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mean_transmission_attempts.png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overall_pdr.png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025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95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p95_success_delay_steps.png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switch_activation_rate.png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027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97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ablation_primary_metrics.png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98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input_bytes.png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029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99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latency_p50_ms.png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latency_p95_ms.png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5EC64-1A23-4B90-ABC1-493BCE99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A923E-6E87-4F53-9539-ECE1E26E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4057F-D32A-4028-83F4-639046D4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065</a:t>
            </a:r>
          </a:p>
        </p:txBody>
      </p:sp>
    </p:spTree>
    <p:extLst>
      <p:ext uri="{BB962C8B-B14F-4D97-AF65-F5344CB8AC3E}">
        <p14:creationId xmlns:p14="http://schemas.microsoft.com/office/powerpoint/2010/main" val="32553785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17F2D-0540-41E0-BACB-EDF51ECB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0412C-4529-4123-976C-3BE20FA9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index 3/8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C0E20-53BF-4210-B33A-9FDF5A69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AFCC7-3DBE-4E6D-B582-726F9065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57250"/>
                <a:gridCol w="952500"/>
                <a:gridCol w="1809750"/>
                <a:gridCol w="7620000"/>
              </a:tblGrid>
              <a:tr h="26789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Fig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Slide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등급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파일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latency_p99_ms.png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032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mean_latency_ms.png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parameter_count.png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034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peak_python_memory_bytes.png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serialized_model_bytes.png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036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connected_pair_pdr.png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deadline_delivery_ratio.png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038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drop_rate.png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energy_per_delivered_packet.png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040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110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late_delivery_ratio.png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loop_rate.png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042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112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mean_control_bytes.png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mean_control_messages.png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044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114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mean_local_observation_bytes.png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mean_path_stretch.png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1801B-50A0-4716-A8D6-5E3223EF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DA4E6-4BD8-4A92-A8D7-656A049A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CF985-D697-46A7-9D7F-7D4D3D58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066</a:t>
            </a:r>
          </a:p>
        </p:txBody>
      </p:sp>
    </p:spTree>
    <p:extLst>
      <p:ext uri="{BB962C8B-B14F-4D97-AF65-F5344CB8AC3E}">
        <p14:creationId xmlns:p14="http://schemas.microsoft.com/office/powerpoint/2010/main" val="172491065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5DB43-95D9-4205-A0E6-E0ACA35E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F6AE2-3964-45CE-B3BB-2040C5FC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index 4/8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76BA3-1AE0-476C-BAEC-BAABE5E1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28927-65B7-4E01-B00B-4C6BBD9A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57250"/>
                <a:gridCol w="952500"/>
                <a:gridCol w="1809750"/>
                <a:gridCol w="7620000"/>
              </a:tblGrid>
              <a:tr h="26789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Fig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Slide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등급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파일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mean_policy_input_bytes.png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047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117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mean_reward.png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mean_success_delay_steps.png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049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119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mean_throughput.png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mean_transmission_attempts.png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051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121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overall_pdr.png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p95_success_delay_steps.png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053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123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switch_activation_rate.png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054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external_primary_metrics.png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055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125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connected_pair_pdr.png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decision_latency_p95_ms.png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057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127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energy_per_delivered_packet.png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p95_success_delay.png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059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129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connected_pair_pdr.png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decision_latency_p95_ms.png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8BEC2-25A2-4DC7-B2BF-1C8FC6CC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61BA6-3B85-4AC8-95CB-7765B713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66EDE-A1A5-4B09-81BF-F1423D07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067</a:t>
            </a:r>
          </a:p>
        </p:txBody>
      </p:sp>
    </p:spTree>
    <p:extLst>
      <p:ext uri="{BB962C8B-B14F-4D97-AF65-F5344CB8AC3E}">
        <p14:creationId xmlns:p14="http://schemas.microsoft.com/office/powerpoint/2010/main" val="50517243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7EB44-77B8-4C15-970A-FC51BE0B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D8457-D12C-4D22-B7D2-3C1CFC1B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index 5/8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48879-A3EA-40F6-9808-2BE12907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0FD66-EC14-432F-83C7-BC2AC8CE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57250"/>
                <a:gridCol w="952500"/>
                <a:gridCol w="1809750"/>
                <a:gridCol w="7620000"/>
              </a:tblGrid>
              <a:tr h="26789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Fig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Slide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등급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파일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061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energy_per_delivered_packet.png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062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132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p95_success_delay.png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latency_p95_cpu.png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064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133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Full 실험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latency_p95_cuda.png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외부 비교 최종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connected_pair_pdr.png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066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135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외부 비교 최종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decision_latency_p95_ms.png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외부 비교 최종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energy_per_delivered_packet.png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068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137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외부 비교 최종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p95_success_delay.png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069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검증/수용성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connected_pair_pdr.png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070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139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검증/수용성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decision_latency_p95_ms.png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검증/수용성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energy_per_delivered_packet.png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072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141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검증/수용성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p95_success_delay.png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사후 분석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figure_directional_gain_forest.png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074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143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사후 분석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figure_metric_panels.png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사후 분석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figure_scenario_gain_heatmap.png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EAA60-2A2B-4333-A6F7-5E2115FB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33E8C-A558-476D-90CD-DFEEC3C4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E290D-3CB0-4268-A59F-2B576582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068</a:t>
            </a:r>
          </a:p>
        </p:txBody>
      </p:sp>
    </p:spTree>
    <p:extLst>
      <p:ext uri="{BB962C8B-B14F-4D97-AF65-F5344CB8AC3E}">
        <p14:creationId xmlns:p14="http://schemas.microsoft.com/office/powerpoint/2010/main" val="407765184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665F1-8D67-461F-A938-AD245A38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A63B9-E937-4C70-BF46-D6F88B54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index 6/8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D44F3-3DBE-4C18-AD93-A7AB02C7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15C50-867E-482A-BF59-0DD038AD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57250"/>
                <a:gridCol w="952500"/>
                <a:gridCol w="1809750"/>
                <a:gridCol w="7620000"/>
              </a:tblGrid>
              <a:tr h="26789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Fig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Slide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등급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파일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076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검증/수용성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connected_pair_pdr.png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077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145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검증/수용성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decision_latency_p95_ms.png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078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검증/수용성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energy_per_delivered_packet.png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079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147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검증/수용성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p95_success_delay.png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Smoke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connected_pair_pdr.png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081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149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Smoke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decision_latency_p95_ms.png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Smoke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energy_per_delivered_packet.png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083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151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Smoke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p95_success_delay.png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Smoke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latency_p95_variants.png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085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153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Smoke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component_contribution_four_panel.png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154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Smoke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novelty_ablation_four_panel.png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087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155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Smoke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scenario_pdr_contribution_heatmap.png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Artifact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freshness_cache_latency.png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089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157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risk_switch_plus_delay_p95.png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risk_switch_plus_input_bytes.png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A3C28-A1E7-4873-9F45-D1B7937B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6C36E-47A5-4DEA-8FB0-AA33F47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25524-A511-4085-B7EC-EC60CA57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069</a:t>
            </a:r>
          </a:p>
        </p:txBody>
      </p:sp>
    </p:spTree>
    <p:extLst>
      <p:ext uri="{BB962C8B-B14F-4D97-AF65-F5344CB8AC3E}">
        <p14:creationId xmlns:p14="http://schemas.microsoft.com/office/powerpoint/2010/main" val="399010339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D36D6-7F9B-4F77-BD49-6D61C490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340F7-5D97-42D9-9547-9B380B0D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index 7/8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6795C-1999-4A4A-A611-D91653F2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7E75B-C99A-4C9F-9B02-4D176E68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57250"/>
                <a:gridCol w="952500"/>
                <a:gridCol w="1809750"/>
                <a:gridCol w="7620000"/>
              </a:tblGrid>
              <a:tr h="26789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Fig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Slide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등급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파일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risk_switch_plus_pdr.png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092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160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risk_switch_plus_switch_steps.png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161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risk_switch_plus_delay_p95.png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094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162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risk_switch_plus_input_bytes.png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risk_switch_plus_pdr.png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096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164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risk_switch_plus_switch_steps.png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지연 최적화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latency_p95_variants.png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098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166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지연 최적화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latency_p95_variants.png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099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지연 최적화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latency_p95_variants.png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168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지연 최적화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latency_p95_variants.png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169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지연 최적화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latency_p95_variants.png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170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지연 최적화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verified_latency_comparison.png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phase12_delay_p95.png</a:t>
                      </a:r>
                    </a:p>
                  </a:txBody>
                  <a:tcPr marL="91440" marR="91440" marT="45720" marB="45720"/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172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phase12_input_bytes.png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2678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phase12_pdr.png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D8C6D-B712-4DDF-ACCD-66392358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DF377-7BE4-4B20-B99E-5806FAC6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3F9E7-2B76-4EE8-81EE-CA3D0ED4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070</a:t>
            </a:r>
          </a:p>
        </p:txBody>
      </p:sp>
    </p:spTree>
    <p:extLst>
      <p:ext uri="{BB962C8B-B14F-4D97-AF65-F5344CB8AC3E}">
        <p14:creationId xmlns:p14="http://schemas.microsoft.com/office/powerpoint/2010/main" val="156307469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E3570-E192-4587-B8C9-514E6AB5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8CD02-8DD3-46D5-BC5C-94116BCE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index 8/8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67441-8ED2-4C1B-9329-A0EF06F1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D0D59-6E84-4CA2-A594-A1A4A879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57250"/>
                <a:gridCol w="952500"/>
                <a:gridCol w="1809750"/>
                <a:gridCol w="7620000"/>
              </a:tblGrid>
              <a:tr h="61232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Fig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Slide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등급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파일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method_overview_pub_preview.png</a:t>
                      </a:r>
                    </a:p>
                  </a:txBody>
                  <a:tcPr marL="91440" marR="91440" marT="45720" marB="4572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174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method_overview.png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phase10_external_rl_pdr.png</a:t>
                      </a:r>
                    </a:p>
                  </a:txBody>
                  <a:tcPr marL="91440" marR="91440" marT="45720" marB="4572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109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176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phase13_smoke_switch_steps.png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phase9_component_ablation.png</a:t>
                      </a:r>
                    </a:p>
                  </a:txBody>
                  <a:tcPr marL="91440" marR="91440" marT="45720" marB="4572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111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178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역사/원고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12B"/>
                          </a:solidFill>
                        </a:rPr>
                        <a:t>phase9_scalability_uav_count.png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D8925-4C8D-4D80-8157-AEC35C75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0D0C0-447C-4456-9F7C-826156E1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FIGURE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95660-6C00-4DCD-BCA5-E6F91AD3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071</a:t>
            </a:r>
          </a:p>
        </p:txBody>
      </p:sp>
    </p:spTree>
    <p:extLst>
      <p:ext uri="{BB962C8B-B14F-4D97-AF65-F5344CB8AC3E}">
        <p14:creationId xmlns:p14="http://schemas.microsoft.com/office/powerpoint/2010/main" val="963979855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26FC0-073C-4540-BF8C-E41387F9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451BE-FA5E-4AD8-8A55-1702CA3D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001 · fig_combined_connected_pdr_by_method.png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51D96-96A9-4649-8569-58BFAAA1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최종 종합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5B984-2E98-4A80-B537-AB434D38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8ED79-34D7-4FB3-9203-F7841D20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d46da888e4f3d"/>
          <a:stretch xmlns:a="http://schemas.openxmlformats.org/drawingml/2006/main"/>
        </p:blipFill>
        <p:spPr>
          <a:xfrm xmlns:a="http://schemas.openxmlformats.org/drawingml/2006/main">
            <a:off x="1762125" y="1381125"/>
            <a:ext cx="8667750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369C9-AC95-4914-949B-04C8EC16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AAF4B-57F7-4871-A1CC-6B1BF74F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최종 종합 · 최종 주장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26D37-9170-4BDB-9562-94C1BE19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artifacts/final_paper_simulation/synthesis/combined_comparison/figures/fig_combined_connected_pdr_by_method.png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A00AD-7E2B-48DF-B8ED-F4E305E2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2D413-5E8A-4C8D-9F55-057D9C94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18728-CD16-4AB5-BB45-EC6D915F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072</a:t>
            </a:r>
          </a:p>
        </p:txBody>
      </p:sp>
    </p:spTree>
    <p:extLst>
      <p:ext uri="{BB962C8B-B14F-4D97-AF65-F5344CB8AC3E}">
        <p14:creationId xmlns:p14="http://schemas.microsoft.com/office/powerpoint/2010/main" val="214719350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45D2D-41D4-4A68-B58B-F1EE2918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BCBF7-81CA-4D32-BB63-77593532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002 · fig_combined_deadline_ratio_by_method.png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8BEB0-6033-4171-81AF-963D47F2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최종 종합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32444-30A3-4EA2-96F2-3548F4B4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1F12F-932F-4067-B961-E34E1657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486a7af2a4396"/>
          <a:stretch xmlns:a="http://schemas.openxmlformats.org/drawingml/2006/main"/>
        </p:blipFill>
        <p:spPr>
          <a:xfrm xmlns:a="http://schemas.openxmlformats.org/drawingml/2006/main">
            <a:off x="1762125" y="1381125"/>
            <a:ext cx="8667750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53D69-E067-4B09-AC3E-3588F701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D067B-17FD-4596-AB38-03FA27B5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최종 종합 · 최종 주장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A6B0F-0C30-43A2-90D8-6C69F655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artifacts/final_paper_simulation/synthesis/combined_comparison/figures/fig_combined_deadline_ratio_by_method.png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C5363-B646-466B-B1BC-CCF1261D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3CEE5-C47E-444D-90FE-803D6E80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63737-0732-4C32-83DC-F0ADD77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073</a:t>
            </a:r>
          </a:p>
        </p:txBody>
      </p:sp>
    </p:spTree>
    <p:extLst>
      <p:ext uri="{BB962C8B-B14F-4D97-AF65-F5344CB8AC3E}">
        <p14:creationId xmlns:p14="http://schemas.microsoft.com/office/powerpoint/2010/main" val="1184113663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3CCC0-F595-4693-96F4-DE497694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2FC0A-8A8E-4135-A584-BF775273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003 · connected_pair_pdr.png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4E81A-CDBD-4F3E-AC64-B42065C1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50B1E-457C-46F6-BB04-32FACCA7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98386-94C2-4965-8F11-DA8435CF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859edde824851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3400A-8C97-4BCC-A9BB-887463A1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B6BFC-43D6-4C52-A830-60376124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D21B2-EF31-43E1-99EF-DD898CF7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artifacts/final_paper_simulation/full/ablation/figures/connected_pair_pdr.png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9377B-B13F-4B0A-95C7-C634BFC0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AE3A9-AEE5-4FE3-9349-AE641E74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68825-C058-442F-A306-035C4C5F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074</a:t>
            </a:r>
          </a:p>
        </p:txBody>
      </p:sp>
    </p:spTree>
    <p:extLst>
      <p:ext uri="{BB962C8B-B14F-4D97-AF65-F5344CB8AC3E}">
        <p14:creationId xmlns:p14="http://schemas.microsoft.com/office/powerpoint/2010/main" val="2120413069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B0D5D-2773-438F-9B65-E4103F0F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9C57A-4907-4BF0-824B-553615BE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004 · energy_per_delivered_packet.png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5E226-5494-42E9-9111-B9B79A6B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57E07-D493-4A59-A8B4-1972E75A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625D4-40F2-4689-9CEE-A6292C5F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4b479f5ea460a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F8337-5FDD-48E8-88A5-893349B7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E7942-5FD0-4829-993E-7E019A85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08D7E-E410-4D32-9E8A-7BBC6012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artifacts/final_paper_simulation/full/ablation/figures/energy_per_delivered_packet.png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39F80-DEB3-4B0F-A374-D17816DA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644A1-A18B-4FD5-A567-659C4BF5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E5ECB-CD01-44E7-A04F-2222D3AB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075</a:t>
            </a:r>
          </a:p>
        </p:txBody>
      </p:sp>
    </p:spTree>
    <p:extLst>
      <p:ext uri="{BB962C8B-B14F-4D97-AF65-F5344CB8AC3E}">
        <p14:creationId xmlns:p14="http://schemas.microsoft.com/office/powerpoint/2010/main" val="190309441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ED43C-7B9B-49D8-8D66-09574654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CB907-E6F5-4461-A455-0B3D5B6A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005 · p95_success_delay.png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D2C5E-73E5-47C6-894A-0B626E04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82456-20E9-4811-AAE2-A6BE52AE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4149D-A22D-463A-B110-101C267E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ec178f3054cd7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3D7F9-7D5A-4979-A8FD-8F627978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CF239-77D2-420C-A79B-974EB6B1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39516-5BF6-44D6-9906-90B02206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artifacts/final_paper_simulation/full/ablation/figures/p95_success_delay.png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AD10B-CF4B-43B3-BE55-46A33774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ADD6A-753C-45C4-9355-DDD1A3EA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CA574-0F4B-4115-A869-C5CA515D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076</a:t>
            </a:r>
          </a:p>
        </p:txBody>
      </p:sp>
    </p:spTree>
    <p:extLst>
      <p:ext uri="{BB962C8B-B14F-4D97-AF65-F5344CB8AC3E}">
        <p14:creationId xmlns:p14="http://schemas.microsoft.com/office/powerpoint/2010/main" val="1820337862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327D4-CEA8-4535-8115-FDF0F405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3E884-FB80-49E7-9017-3170EC1A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006 · switch_activation_rate.png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A980F-F227-445E-9835-46C5DD46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B2A9E-0F88-4F2F-9155-890F23BF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A1783-17A0-48F9-93E1-8A10D33F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ec18b84ed4451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C0C0F-86D9-4015-AF63-33F705DB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DF5AA-E4EA-403F-910D-1A06DEA5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BA769-8FBD-4372-B0A3-3B69DE10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artifacts/final_paper_simulation/full/ablation/figures/switch_activation_rate.png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BDFE8-FFD2-4B0C-814C-6BF5D5A7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4C628-A4BF-47DC-8682-B1103F5E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F91CC-3107-44CA-B056-30D92AE1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077</a:t>
            </a:r>
          </a:p>
        </p:txBody>
      </p:sp>
    </p:spTree>
    <p:extLst>
      <p:ext uri="{BB962C8B-B14F-4D97-AF65-F5344CB8AC3E}">
        <p14:creationId xmlns:p14="http://schemas.microsoft.com/office/powerpoint/2010/main" val="1011175746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DE4D3-07EC-488E-91DF-F29177BF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897F9-4498-4F5E-9CB2-A75DA786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007 · ablation_component_effects.png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FEA0E-1560-462F-AEDB-00F9991A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E66DF-8466-45F7-866F-0CA23CE9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BD30C-9D63-484E-B9B4-6750B05A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b15a939344ef4"/>
          <a:stretch xmlns:a="http://schemas.openxmlformats.org/drawingml/2006/main"/>
        </p:blipFill>
        <p:spPr>
          <a:xfrm xmlns:a="http://schemas.openxmlformats.org/drawingml/2006/main">
            <a:off x="2545242" y="1381125"/>
            <a:ext cx="7101517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7EE1D-CDFD-420B-BC77-D04A9399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04160-D5DD-424D-965D-33468A97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8D661-926F-4BD9-8951-F418B288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artifacts/final_paper_simulation/full/analysis_8method_and_ablation/figures/ablation_component_effects.png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EFA82-379B-4589-B322-E42366BE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BA62E-7959-4BEC-A70A-B78343B5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9C855-0324-41A5-B714-BD8B3C0F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078</a:t>
            </a:r>
          </a:p>
        </p:txBody>
      </p:sp>
    </p:spTree>
    <p:extLst>
      <p:ext uri="{BB962C8B-B14F-4D97-AF65-F5344CB8AC3E}">
        <p14:creationId xmlns:p14="http://schemas.microsoft.com/office/powerpoint/2010/main" val="1402615814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4101A-470A-4571-AB50-69D7E770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F4F41-6CA4-4821-8234-085275F5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008 · connected_pair_pdr.png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BD43A-A022-46E2-902F-FBCAEF83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6C71C-540D-4DAD-BB19-3FCDFF44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F5A88-FEFB-4F2E-8A1D-D29257A1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ce54bc89741d4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CA069-EC4A-42EC-83A4-A24A10ED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EBE7A-DCC3-40A9-807B-FC0AC466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67F5E-6EF1-48BD-A109-222FC9B2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artifacts/final_paper_simulation/full/analysis_8method_and_ablation/figures/ablation_metrics/connected_pair_pdr.png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F9E54-E837-4D95-A6C2-9C3916CC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B5110-4D0B-4C52-A50A-B1A1A089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E0E46-B071-4CC0-815B-A1B144EE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079</a:t>
            </a:r>
          </a:p>
        </p:txBody>
      </p:sp>
    </p:spTree>
    <p:extLst>
      <p:ext uri="{BB962C8B-B14F-4D97-AF65-F5344CB8AC3E}">
        <p14:creationId xmlns:p14="http://schemas.microsoft.com/office/powerpoint/2010/main" val="1859854849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FE100-06ED-4DF5-ACC9-3241A3C0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C5021-21B9-4CD9-A616-E8A3C15A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009 · deadline_delivery_ratio.png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FB22A-68D0-47C8-9263-8404C860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FD367-1809-4CBD-801B-201F4E5D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3DC26-728F-4F0D-A787-9E230F58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1a576fb154112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C2D70-0F08-49E8-869D-55DBFAF3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5E71A-200A-44B1-A860-3C49F80D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A142E-365D-4DBB-BAAD-A37F9DE7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artifacts/final_paper_simulation/full/analysis_8method_and_ablation/figures/ablation_metrics/deadline_delivery_ratio.png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B72DC-EC35-4BA8-A38E-4CBD199A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8973B-FCF4-4DAD-8917-1FDB7ACD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0AA1A-D0B2-4100-BB6D-E82F20C6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080</a:t>
            </a:r>
          </a:p>
        </p:txBody>
      </p:sp>
    </p:spTree>
    <p:extLst>
      <p:ext uri="{BB962C8B-B14F-4D97-AF65-F5344CB8AC3E}">
        <p14:creationId xmlns:p14="http://schemas.microsoft.com/office/powerpoint/2010/main" val="1600134590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583B9-5B8E-4E61-9C50-B8DB3121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7A8B6-DA09-4974-88CA-034EE0F9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010 · drop_rate.png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7C64D-FC8E-4297-853B-37536FA6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7DBF5-A430-4FFF-881C-120B8461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F52CE-F7B0-4C78-AB91-AB13AC34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d2133515f45fa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746FE-A9AF-43E9-9FFD-2C52402E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CE8A1-1861-4E32-81C8-5E7F5A9A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CE74B-F545-46E4-968D-9A033C61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artifacts/final_paper_simulation/full/analysis_8method_and_ablation/figures/ablation_metrics/drop_rate.png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0B77E-BAC5-4E5F-9EF9-CEF77EC5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30529-627C-48F4-BC90-640532A6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36EC4-2A4F-4FB5-A1EC-8009CC98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081</a:t>
            </a:r>
          </a:p>
        </p:txBody>
      </p:sp>
    </p:spTree>
    <p:extLst>
      <p:ext uri="{BB962C8B-B14F-4D97-AF65-F5344CB8AC3E}">
        <p14:creationId xmlns:p14="http://schemas.microsoft.com/office/powerpoint/2010/main" val="1186666747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B1D35-283F-4136-A591-E3A273B4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814B2-6265-4009-8EC3-E1CA2885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011 · energy_per_delivered_packet.png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AD836-A228-47F1-8820-08B8B484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06201-2EAD-4B4C-885D-4B2405C4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8D0E4-321D-42E0-8344-884A4B5B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f9403f2044657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4D9BA-7379-48AB-9C28-CDC7B43E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53BEF-97D3-4077-A56B-CF1CF340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A008F-10CA-4D10-AB7B-428BA6F7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artifacts/final_paper_simulation/full/analysis_8method_and_ablation/figures/ablation_metrics/energy_per_delivered_packet.png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B3342-479C-47F8-BDED-13651FF6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46516-7350-4555-9218-0BCFAC10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892FA-7ED5-4A9D-BF15-D7239E7B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082</a:t>
            </a:r>
          </a:p>
        </p:txBody>
      </p:sp>
    </p:spTree>
    <p:extLst>
      <p:ext uri="{BB962C8B-B14F-4D97-AF65-F5344CB8AC3E}">
        <p14:creationId xmlns:p14="http://schemas.microsoft.com/office/powerpoint/2010/main" val="973388871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067F8-3838-41E8-81F5-51814A93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6A358-CF7B-419B-9252-099C83CE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012 · late_delivery_ratio.png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21F15-93EE-478E-B86A-3EEBFA4F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E9D95-F6E3-4E3C-A456-B8200652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76CA0-CC64-47E3-9C5A-81A00128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da72749524753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E8C77-634B-48F6-B94F-25A847F5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C6054-D51B-43AB-99B2-DC40D2F3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554F0-8332-4F29-87E8-B6197F13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artifacts/final_paper_simulation/full/analysis_8method_and_ablation/figures/ablation_metrics/late_delivery_ratio.png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BCBBF-0572-4B00-8F6F-DFF19608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CD514-AAF9-4409-98BE-C0989955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FF6D6-6A23-49CE-83CC-F60AD55B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083</a:t>
            </a:r>
          </a:p>
        </p:txBody>
      </p:sp>
    </p:spTree>
    <p:extLst>
      <p:ext uri="{BB962C8B-B14F-4D97-AF65-F5344CB8AC3E}">
        <p14:creationId xmlns:p14="http://schemas.microsoft.com/office/powerpoint/2010/main" val="371376341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4C714-F3E2-46C7-BA05-038FB6D3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D588B-AF55-40EE-A32B-1C85E7FA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013 · loop_rate.png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F8347-80D3-4157-9389-21F5ADC8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292F5-869D-4320-BD55-BB302A64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F56E3-4E54-468E-99ED-DEADC18C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a99207e29414d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2FD55-4E54-4212-8E27-AC738957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3E556-71A9-495C-ADFF-EFEAF895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C06DE-C381-4BF5-BA87-4E658C66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artifacts/final_paper_simulation/full/analysis_8method_and_ablation/figures/ablation_metrics/loop_rate.png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A4EA6-8FEB-4EE3-9127-7E1DDBE7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1A0AF-502E-4738-BEE0-A4328758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9D76A-66E2-447E-8270-2726EA4E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084</a:t>
            </a:r>
          </a:p>
        </p:txBody>
      </p:sp>
    </p:spTree>
    <p:extLst>
      <p:ext uri="{BB962C8B-B14F-4D97-AF65-F5344CB8AC3E}">
        <p14:creationId xmlns:p14="http://schemas.microsoft.com/office/powerpoint/2010/main" val="125901911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AD491-3919-4A6B-897D-2E432E1E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6F349-9778-435A-B156-2F24AC4E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014 · mean_control_bytes.png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05279-97B0-43CF-9300-448F6BDF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E64F9-1C1A-4B04-9B6F-98368F83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51168-7356-436A-BE6A-72E30949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cfdbd4aed4c0a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33A43-1DC6-4019-A34C-F074DAE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69E06-498D-43CA-9DEE-6E65AFC1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A1660-CF18-4DF9-AE35-AEF06139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artifacts/final_paper_simulation/full/analysis_8method_and_ablation/figures/ablation_metrics/mean_control_bytes.png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20331-864C-4A30-B63E-A50E21A1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39E31-AC03-4135-8455-022163B1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25279-E7F1-4031-9A6F-76096A91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085</a:t>
            </a:r>
          </a:p>
        </p:txBody>
      </p:sp>
    </p:spTree>
    <p:extLst>
      <p:ext uri="{BB962C8B-B14F-4D97-AF65-F5344CB8AC3E}">
        <p14:creationId xmlns:p14="http://schemas.microsoft.com/office/powerpoint/2010/main" val="1148211115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8DB9E-E497-4092-8E1C-109D4F1C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F06A1-74AC-4FD4-9C81-A31D63E3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015 · mean_control_messages.png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756E6-7933-41A5-84C9-CEE97ACE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4052F-7341-4195-8D33-6021AB96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3A3DE-C03D-40D3-808A-DE7AD4EF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ac42b11f74733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8F8B7-E205-4F4A-967F-A9D33C45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87EAE-B5B3-46AA-B156-13748C6B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C9EAC-0AD4-483C-A25E-9B8E7FD1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artifacts/final_paper_simulation/full/analysis_8method_and_ablation/figures/ablation_metrics/mean_control_messages.png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5DE68-61DC-44D0-AB19-8B3AF636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64031-F10D-4D96-ABD8-766145C5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4ABD1-8C66-4323-A86F-7AEA4A64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086</a:t>
            </a:r>
          </a:p>
        </p:txBody>
      </p:sp>
    </p:spTree>
    <p:extLst>
      <p:ext uri="{BB962C8B-B14F-4D97-AF65-F5344CB8AC3E}">
        <p14:creationId xmlns:p14="http://schemas.microsoft.com/office/powerpoint/2010/main" val="253948825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A1B1E-3B48-462B-A2F8-BB3301DF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47869-84FE-4F09-96FF-A6183E92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016 · mean_local_observation_bytes.png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9883F-B589-4B49-9B8C-E8E7E03A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55BC4-11F8-4D43-9CCA-C53D5762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90905-DADD-4F21-BF6D-2383EE75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2f539d356423b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4E79A-1B2E-4C6E-8B88-FE3D8E03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D2135-F180-402D-9E6C-1FB5DBE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AB661-DB32-4BD7-BFD3-8E1FE2DE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artifacts/final_paper_simulation/full/analysis_8method_and_ablation/figures/ablation_metrics/mean_local_observation_bytes.png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3C153-1B76-43B5-96DA-1F7BC225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70BBD-1BF5-4171-A421-0796C7F5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02629-230A-4292-9B5C-CD73A02E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087</a:t>
            </a:r>
          </a:p>
        </p:txBody>
      </p:sp>
    </p:spTree>
    <p:extLst>
      <p:ext uri="{BB962C8B-B14F-4D97-AF65-F5344CB8AC3E}">
        <p14:creationId xmlns:p14="http://schemas.microsoft.com/office/powerpoint/2010/main" val="345717695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DCE1A-8E9A-434F-857E-2F36E5BC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2AB65-72A5-4DDB-B23B-6EDF811B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017 · mean_path_stretch.png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CEF20-7F3B-4DA4-844F-820C1E71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6A7DF-F970-423B-B585-258E8C1A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399EB-44C5-4168-BE88-056FA61C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d14ca27f5437f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8D054-81E0-4798-94A1-0BCF17AD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D2D70-44D3-4D31-9B8B-522B4441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14C62-7F8D-4A52-B06A-1551906D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artifacts/final_paper_simulation/full/analysis_8method_and_ablation/figures/ablation_metrics/mean_path_stretch.png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9FF5B-C16D-4D5C-885E-0614EDCA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FF557-0867-4305-900B-4F968B50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EBAFF-7704-45D1-B866-4B876666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088</a:t>
            </a:r>
          </a:p>
        </p:txBody>
      </p:sp>
    </p:spTree>
    <p:extLst>
      <p:ext uri="{BB962C8B-B14F-4D97-AF65-F5344CB8AC3E}">
        <p14:creationId xmlns:p14="http://schemas.microsoft.com/office/powerpoint/2010/main" val="1950908126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75274-8BB2-4084-9586-422E0161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390CA-B1B2-4A17-AE45-DA7FE176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018 · mean_policy_input_bytes.png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5CE88-C902-4383-B590-757AAE8E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A6FD0-AE5A-4181-AEE6-AC9AADCC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18BD0-DAFF-4107-B37D-0125D2B0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0f3bbbd484b24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896DB-3FD6-4A47-A05E-6768E16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C693B-FADA-4C6A-BD25-7E25F79C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62DA6-9A4A-4B69-AC8B-591E709B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artifacts/final_paper_simulation/full/analysis_8method_and_ablation/figures/ablation_metrics/mean_policy_input_bytes.png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E1D1B-466B-40C4-AD29-5C8A4643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060E9-D71B-4AC4-9BEB-DBCA293E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E1C7C-A8B5-43E7-9F00-F998B158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089</a:t>
            </a:r>
          </a:p>
        </p:txBody>
      </p:sp>
    </p:spTree>
    <p:extLst>
      <p:ext uri="{BB962C8B-B14F-4D97-AF65-F5344CB8AC3E}">
        <p14:creationId xmlns:p14="http://schemas.microsoft.com/office/powerpoint/2010/main" val="534243069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7989F-A1BD-4DD7-8BD6-B99D6755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0D483-D335-4ACE-B1CF-694305A3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019 · mean_reward.png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097E9-B214-4A41-85A9-2BE19BAB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1B121-04C1-4A3C-B580-2C6821AB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49106-9A88-402A-8131-75E65BDC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1ff21d79e4728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32292-6C11-4AEC-9B18-16413D36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2A526-6A4E-4D22-B09B-2D90B2E1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2C422-CE92-452E-A662-A280F495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artifacts/final_paper_simulation/full/analysis_8method_and_ablation/figures/ablation_metrics/mean_reward.png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E3328-D378-4FEE-B099-9CFC675A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4CF5F-F139-44D9-B6F4-45D14046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36A4C-38AE-4B48-873E-31B03DCF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090</a:t>
            </a:r>
          </a:p>
        </p:txBody>
      </p:sp>
    </p:spTree>
    <p:extLst>
      <p:ext uri="{BB962C8B-B14F-4D97-AF65-F5344CB8AC3E}">
        <p14:creationId xmlns:p14="http://schemas.microsoft.com/office/powerpoint/2010/main" val="751911822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F3EF3-DD9B-46F5-AEFD-BB7D6E63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6E8B6-609A-4F25-908B-2110B7DA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020 · mean_success_delay_steps.png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7EB34-7FC9-4EF0-89CF-F87AD15F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EB675-9BCF-444C-9A11-B8599EB2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2F1A6-D530-4907-9426-042E3A80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70d2d5b1b4ddc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C117E-037F-468D-931B-8A0E0A03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F7967-5EE5-4EC5-BAB2-389200D1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68C36-3423-4A5B-BF3D-8F25B030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artifacts/final_paper_simulation/full/analysis_8method_and_ablation/figures/ablation_metrics/mean_success_delay_steps.png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1C9B5-BDF4-4ECE-8AA0-9F20FF55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090B6-60EB-452B-9948-E1F5B326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35D19-D23B-456D-B478-07D52FA7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091</a:t>
            </a:r>
          </a:p>
        </p:txBody>
      </p:sp>
    </p:spTree>
    <p:extLst>
      <p:ext uri="{BB962C8B-B14F-4D97-AF65-F5344CB8AC3E}">
        <p14:creationId xmlns:p14="http://schemas.microsoft.com/office/powerpoint/2010/main" val="780695354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D6864-8C00-4518-912D-1968C5D3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01201-B4FA-42DC-8162-1F624B16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021 · mean_throughput.png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EE65A-6203-4587-8C87-CFB24318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87114-A26A-46AE-B3B3-6FE19A30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04DEE-6474-4608-94E2-45E8FFC2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e99fa0e6c4c28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BB689-599F-44B8-A53C-1A461788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7D00D-77D3-4DC6-9AB5-F2A0C988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AB7A9-44B2-4A6C-99CA-7F3D8441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artifacts/final_paper_simulation/full/analysis_8method_and_ablation/figures/ablation_metrics/mean_throughput.png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FF2B6-7C03-48A5-89D7-7CD79315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29D89-A9B4-4D03-A502-286D87EB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4BE0D-19EB-42B7-B572-4310640F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092</a:t>
            </a:r>
          </a:p>
        </p:txBody>
      </p:sp>
    </p:spTree>
    <p:extLst>
      <p:ext uri="{BB962C8B-B14F-4D97-AF65-F5344CB8AC3E}">
        <p14:creationId xmlns:p14="http://schemas.microsoft.com/office/powerpoint/2010/main" val="1039972990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D7BE7-255D-4C4A-9AF6-6D793BFD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7EB11-63F9-4034-B9EC-FD2B3A34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022 · mean_transmission_attempts.png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E9F83-BEBE-453E-800C-48483DFC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3B5BF-4293-4E3F-87DD-62B816EF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018F8-1278-48F4-9412-42C38A83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8fd1f5f284fa4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EA386-64D6-4B18-8429-F95D608E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184DE-A6B7-4096-9172-7F52FEF0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D88BE-4FAB-4833-A7EA-A8B19F7A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artifacts/final_paper_simulation/full/analysis_8method_and_ablation/figures/ablation_metrics/mean_transmission_attempts.png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40FBD-6DAC-4980-8055-69E90F43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CA4F8-3A63-427E-83A2-A658A955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BA3A0-91E1-4878-84B2-D76DAA3F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093</a:t>
            </a:r>
          </a:p>
        </p:txBody>
      </p:sp>
    </p:spTree>
    <p:extLst>
      <p:ext uri="{BB962C8B-B14F-4D97-AF65-F5344CB8AC3E}">
        <p14:creationId xmlns:p14="http://schemas.microsoft.com/office/powerpoint/2010/main" val="1918249921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5E58B-C38B-4408-89FD-116EC2CC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400B9-B508-48AB-AC13-F9327461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023 · overall_pdr.png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7F45D-52D0-4E5A-BA02-C33F2CA4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6D319-8727-4A7D-9DA6-E327E164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B9EF8-90B3-4350-9083-DC94DDC2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0df3b773d498e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A5D2A-BA6C-414C-98D3-B6626121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568D8-EBC0-4205-B73E-6A04F218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5C78B-81EE-4C21-A4B8-EA3D1F17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artifacts/final_paper_simulation/full/analysis_8method_and_ablation/figures/ablation_metrics/overall_pdr.png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47084-0E42-4E81-AD90-406808A0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A8F8A-62A9-4BF8-AC9E-B5439EDB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B5804-E8C5-4DC6-827B-7DEF7115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094</a:t>
            </a:r>
          </a:p>
        </p:txBody>
      </p:sp>
    </p:spTree>
    <p:extLst>
      <p:ext uri="{BB962C8B-B14F-4D97-AF65-F5344CB8AC3E}">
        <p14:creationId xmlns:p14="http://schemas.microsoft.com/office/powerpoint/2010/main" val="1050554081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AC71C-2F85-4023-9DDB-E70D19BF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D76A9-FA69-41AE-8210-A6CE82F0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024 · p95_success_delay_steps.png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EEE8A-C959-4A0E-BFFB-FB9D839B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E0FF2-C411-41E3-B161-9BEC50AF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C7321-AB6B-4503-B0E9-9CF80FC5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b0a0b7b8649f9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32838-7BBD-43C7-9366-9F8F3B36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A3F66-3935-40AE-8885-7AA0C19A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CB240-6928-43D8-8753-FA062D4F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artifacts/final_paper_simulation/full/analysis_8method_and_ablation/figures/ablation_metrics/p95_success_delay_steps.png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2AC69-3169-4047-9D93-AF995C10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A3F32-4AD2-4569-B976-E048881B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049A3-7B21-4519-AA68-C37EDA84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095</a:t>
            </a:r>
          </a:p>
        </p:txBody>
      </p:sp>
    </p:spTree>
    <p:extLst>
      <p:ext uri="{BB962C8B-B14F-4D97-AF65-F5344CB8AC3E}">
        <p14:creationId xmlns:p14="http://schemas.microsoft.com/office/powerpoint/2010/main" val="648561620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6C8F6-DE69-4463-9573-2F81700D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0A3DB-13CE-48BA-A3F0-CDA577F3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025 · switch_activation_rate.png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C926C-9686-4423-8E9A-66CAFEF0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F3557-AE83-4E7A-A8B3-7D083B29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0646F-C003-4408-B632-99D0BB25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faec1e5fc481b"/>
          <a:stretch xmlns:a="http://schemas.openxmlformats.org/drawingml/2006/main"/>
        </p:blipFill>
        <p:spPr>
          <a:xfrm xmlns:a="http://schemas.openxmlformats.org/drawingml/2006/main">
            <a:off x="1249321" y="1381125"/>
            <a:ext cx="9693358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DC3AE-0EF2-4C24-B5ED-E7D852E0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34752-2822-4B02-81C2-79A379F2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D988E-FD1D-4EDA-A435-3E004942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artifacts/final_paper_simulation/full/analysis_8method_and_ablation/figures/ablation_metrics/switch_activation_rate.png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C93DD-3983-4312-90A3-18626C78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7CAC1-ED2D-44A1-BDE7-19765407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F02A0-8532-4B9B-96BF-CB43D5B8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096</a:t>
            </a:r>
          </a:p>
        </p:txBody>
      </p:sp>
    </p:spTree>
    <p:extLst>
      <p:ext uri="{BB962C8B-B14F-4D97-AF65-F5344CB8AC3E}">
        <p14:creationId xmlns:p14="http://schemas.microsoft.com/office/powerpoint/2010/main" val="905197659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F57BA-2EF1-4B30-AF08-CAD350B2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A1151-FBD2-403B-BD46-5D98C6BE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026 · ablation_primary_metrics.png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22F8D-5F9D-4C02-8A52-076FA40C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EF73F-4F06-47DC-9512-76667808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430BE-5CFD-4EB8-A6B3-084EA963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d18e2c0f94791"/>
          <a:stretch xmlns:a="http://schemas.openxmlformats.org/drawingml/2006/main"/>
        </p:blipFill>
        <p:spPr>
          <a:xfrm xmlns:a="http://schemas.openxmlformats.org/drawingml/2006/main">
            <a:off x="2914631" y="1381125"/>
            <a:ext cx="6362737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59829-CFC8-4915-AE66-BDE82037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35CDE-516B-4385-9E0D-0E0FA537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77031-E800-4F29-99E5-6B5667F4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artifacts/final_paper_simulation/full/analysis_8method_and_ablation/figures/ablation_primary_metrics.png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F42B0-84C3-40A3-9544-F048EA05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3A957-2D0D-477E-BD1B-09FCFEF8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401A2-EECB-4211-941F-C40622B7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097</a:t>
            </a:r>
          </a:p>
        </p:txBody>
      </p:sp>
    </p:spTree>
    <p:extLst>
      <p:ext uri="{BB962C8B-B14F-4D97-AF65-F5344CB8AC3E}">
        <p14:creationId xmlns:p14="http://schemas.microsoft.com/office/powerpoint/2010/main" val="1889503174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15771-21EB-4688-AC0E-04E4EDD1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43576-5BA2-4B74-B6D0-97CB0239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027 · input_bytes.png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28A16-A6C9-4C30-BE9C-45E59635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E4ABD-67F5-46BB-B283-3142F6E0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3F6C5-2C28-4313-BAF4-50276097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30cb0c7c14795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9D3A3-67A9-48C3-8D34-B3E9926A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89BB4-4D23-4DE0-9713-3533F831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AD0AB-0ADC-433E-95BB-E16C30ED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artifacts/final_paper_simulation/full/analysis_8method_and_ablation/figures/deployment_metrics/input_bytes.png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50EAE-ADCA-41E0-8D62-D1DD3331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DA5A0-351B-4CFD-BADA-1AE4ED04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49134-AC5A-47EC-A498-A4CEBB09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098</a:t>
            </a:r>
          </a:p>
        </p:txBody>
      </p:sp>
    </p:spTree>
    <p:extLst>
      <p:ext uri="{BB962C8B-B14F-4D97-AF65-F5344CB8AC3E}">
        <p14:creationId xmlns:p14="http://schemas.microsoft.com/office/powerpoint/2010/main" val="1421511714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4D838-D25D-4772-91C0-384214C8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69CA5-126F-4973-A62E-EAE41BC6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028 · latency_p50_ms.png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C39E0-70BF-4122-B691-5EF0560B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52F37-D2D9-463A-8ACB-596A289B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7EA71-CA94-4F6C-B4AA-64E4102F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0e697e3d84857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882EC-2BAE-43C9-99D7-BD2878CB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25420-A84D-44B9-A51A-1CC4DB60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C6A92-B238-450F-965B-D94C0772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artifacts/final_paper_simulation/full/analysis_8method_and_ablation/figures/deployment_metrics/latency_p50_ms.png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C005C-0314-4377-9882-BD41ACEA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37018-3C91-4C9B-B6E9-11F5AF74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2D377-EF50-4D8D-9319-07A853D1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099</a:t>
            </a:r>
          </a:p>
        </p:txBody>
      </p:sp>
    </p:spTree>
    <p:extLst>
      <p:ext uri="{BB962C8B-B14F-4D97-AF65-F5344CB8AC3E}">
        <p14:creationId xmlns:p14="http://schemas.microsoft.com/office/powerpoint/2010/main" val="432559227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C1140-3983-458C-AFA1-6912AE9A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2C677-569A-467A-A50B-70767EC7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029 · latency_p95_ms.png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04213-61A9-4FDC-84D2-F2C222E7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D8130-50E7-496B-89F1-8FC57837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F8F4D-5302-4A2D-B719-45B0F16D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80a1debeb439c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6E81A-2A84-4D4F-BA91-BB1F82CA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3DC05-281C-433C-9ADF-BD23C388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0E78F-017A-4333-A7FA-B8A21E72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artifacts/final_paper_simulation/full/analysis_8method_and_ablation/figures/deployment_metrics/latency_p95_ms.png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AC771-62CC-4F2E-BF16-6C4ECBCE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E0A65-FF4D-422D-AC84-4A1146F6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8CB94-3A58-449D-8E55-37FA11AB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355075898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1761D-7187-472A-8957-27DDD6C5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20C5F-D8BA-4E4D-9C55-05A3EAEE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030 · latency_p99_ms.png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D6D81-526A-463F-8AF7-3778EC1B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57FB4-8D77-4A46-AEDF-7C864BFF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0AEEF-A9D3-4A0C-9AB1-98D5319A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16b38456845b1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25243-91E0-44E8-9714-9C470A5C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E4210-A71E-4F12-83FE-237B64DF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4C747-19DF-4D7D-AFDE-76D78231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artifacts/final_paper_simulation/full/analysis_8method_and_ablation/figures/deployment_metrics/latency_p99_ms.png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57B70-CA8D-44F3-9E35-4BCC1687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63DF3-6CED-46C9-9E14-C6C6BF76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AFC24-0A3B-40E5-B511-AF8DF280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1259375875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36FCE-141A-40DD-A777-B56000D1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A53C1-8EB1-4684-BC1A-823CEB4E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031 · mean_latency_ms.png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B5974-3394-4FEA-ADD9-A8274D14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6B223-FF6E-4980-A03D-314F75E6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04B0F-B8DF-4013-B7BB-97BA3E48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0c87766d647ae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D6F69-3536-4900-8BE0-518F7254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F9D92-A997-43C0-ACD5-7008386D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2F202-F686-4B42-9467-420DCF3A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artifacts/final_paper_simulation/full/analysis_8method_and_ablation/figures/deployment_metrics/mean_latency_ms.png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5E39D-7495-4575-9E26-B5669B2C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DB1F2-A3EA-4FF1-8FA5-D0DB9F6B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DFCA8-82F5-4022-A5B5-3A4E9506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1512575619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D7648-C99E-4B31-ACC0-B55F40B4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2F36-2A06-469A-9C0B-08E5EBBB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032 · parameter_count.png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68EAD-F494-4F12-A3B9-DAA609A4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71A13-CA57-4407-B2BE-0FFF6ED3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9F05A-C6FE-4287-BD4A-299E3644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a1b5785f54028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CE15E-810F-4801-AA86-A40EBDBA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FD8EE-C6D2-4E6C-9D94-846C25EE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39F50-BDE7-4928-B416-388C059E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artifacts/final_paper_simulation/full/analysis_8method_and_ablation/figures/deployment_metrics/parameter_count.png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1086E-E415-483B-858C-05A76AA8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3407E-EE2C-49BC-90B6-6E75C7C5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293FC-E026-4D7A-88EF-0F2BFF3D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1459329422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13B41-8129-470D-9063-B6ACFE91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352FC-9FAC-48B1-9254-ECDE5A49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033 · peak_python_memory_bytes.png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99700-5424-4C60-AE34-79BA45B6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C59A0-A56A-4388-82D9-70EEB93A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2C44C-B113-4A75-9A41-7A682011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f969b9c9f4c4d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E2CA6-01FC-4281-95EA-7ED3EDF6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764FA-F97B-46AD-AC79-A84A8F33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8E525-2A93-47E3-B740-BE74561C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artifacts/final_paper_simulation/full/analysis_8method_and_ablation/figures/deployment_metrics/peak_python_memory_bytes.png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80022-5A20-4837-ADBA-E7D785EB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E5EA8-91EC-4A49-B2F7-6A002773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A5D03-4D9F-4144-BC53-ADE43F4D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1335078789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AFBC6-3633-4BB4-ADFA-8E6BA77D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ABC86-1407-443F-9559-FB9A0AFC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034 · serialized_model_bytes.png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9B631-2BAC-4AD3-BB65-DBF33108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13E59-94B7-4CC6-A24E-A0817BC8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33E90-A00E-4A6E-9251-A501B392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ab3a8dc7243b0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AB064-6EBA-460B-8597-BF85698F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0E4F9-B04C-413E-BEC2-673485C5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2128C-C1B7-42E5-A03F-CC30A628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artifacts/final_paper_simulation/full/analysis_8method_and_ablation/figures/deployment_metrics/serialized_model_bytes.png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59138-B2D1-45F9-BCC7-9F8136A1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2F6AC-65C0-4E7B-BCF4-FA17A90C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F5038-87AE-4021-A419-4267EC90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1401137301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081A5-43C0-47B1-A707-242A1AB0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AA3DE-56E8-41B1-A389-4EA72D3C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035 · connected_pair_pdr.png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1448E-3DD1-4C1E-AF5A-309F6FF0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F822A-AAE7-46C7-948C-AED662F3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7934A-85BD-4569-A18B-858D97ED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f5daa1fca4ba7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A2D6A-DDC9-425B-8DA5-182EBAFE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A9C84-3B44-44EF-85A5-AB00C2EB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4920D-1C4C-4EB0-BE6D-FDC2C67A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artifacts/final_paper_simulation/full/analysis_8method_and_ablation/figures/external_metrics/connected_pair_pdr.png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E928A-F1E6-42CA-87F2-62A5B92F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AB325-4FAB-400A-9976-E0A9C0AE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E6356-40BB-4B8A-9FD2-4C6BD4D1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35802940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620F9-CFAC-407A-A65F-A5013947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F0B59-6B1E-47AD-A489-0465E938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036 · deadline_delivery_ratio.png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277A6-6BBD-41AF-BCC3-0C2FC9C0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24A6E-EAC1-4583-AF5A-C042AC43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913B1-C939-4472-ADF1-A04F7A57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a78fafb2e4a3e"/>
          <a:stretch xmlns:a="http://schemas.openxmlformats.org/drawingml/2006/main"/>
        </p:blipFill>
        <p:spPr>
          <a:xfrm xmlns:a="http://schemas.openxmlformats.org/drawingml/2006/main">
            <a:off x="2244092" y="1381125"/>
            <a:ext cx="7703817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5207C-FDBC-4E33-80FA-E2299280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324B4-8165-4676-A763-0F84A54D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C0454-7F42-4BF2-86AC-FF5F78C7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artifacts/final_paper_simulation/full/analysis_8method_and_ablation/figures/external_metrics/deadline_delivery_ratio.png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B9449-C817-405D-9BC5-3C12DE2E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F5F30-6BD3-4BCD-B8C5-F278B429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2360D-473C-408B-8FA3-A234F488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560368865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90317-4FA3-4A72-938A-F53AA8D1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13D8B-8B62-465A-B347-0F5FF061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037 · drop_rate.png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20D53-62DF-49BE-84DA-4C049097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78DB3-5563-4319-BD35-433982B6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EF007-9119-4788-B6B7-EC55CDF5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0c1eb55484aee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DBC0A-487F-45F6-A95F-71C7E994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A54D5-C9B9-4E8A-B066-C271833B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8CB4B-C742-41C6-BCDE-E52C5DFC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artifacts/final_paper_simulation/full/analysis_8method_and_ablation/figures/external_metrics/drop_rate.png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DB8FA-BBA7-4D5C-AD32-BD4FE448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890AB-BCFB-44DE-9898-E6C6B731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150FC-FC7E-49D6-AF55-36BF7EF2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2015484853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5F83E-4132-47D8-ABA8-0C568009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E554D-6648-42B1-AE30-A9979B8E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038 · energy_per_delivered_packet.png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83505-8110-41E5-BD3B-1ECECB54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CC202-E5EB-470E-A711-C5F62570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30412-7662-42DE-9A5B-2D20FD8A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a6bf8d13f4189"/>
          <a:stretch xmlns:a="http://schemas.openxmlformats.org/drawingml/2006/main"/>
        </p:blipFill>
        <p:spPr>
          <a:xfrm xmlns:a="http://schemas.openxmlformats.org/drawingml/2006/main">
            <a:off x="2236441" y="1381125"/>
            <a:ext cx="7719117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25597-FBDB-4F19-9963-9F4C9E55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BD1A8-2F6C-423E-97B6-267DA55F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C18F3-F7B1-4337-AE0A-8DB23DC9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artifacts/final_paper_simulation/full/analysis_8method_and_ablation/figures/external_metrics/energy_per_delivered_packet.png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86A3D-6A87-4D9A-985E-22EB9A4D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4574A-1E4D-46E3-935D-5E392C26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3D8E3-E57F-461C-95FD-6FA2593C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1708191864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D2B79-CB5B-4DBF-A2A7-72E1ABB6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CBFDB-206D-424D-92DE-2915D132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039 · late_delivery_ratio.png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CE4F7-161A-4500-9AA1-E71E2423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F67E5-FF08-44C7-9E81-8A274251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F770F-BD2E-476B-A87C-0CF7CB56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f23662cbb4711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E971A-6CBA-4326-B83A-0716EBC7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F4DA7-7D49-4E0E-90DA-71A4E6B6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453F2-1387-4746-A9A7-83DA9473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artifacts/final_paper_simulation/full/analysis_8method_and_ablation/figures/external_metrics/late_delivery_ratio.png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96DD4-AF1A-46AF-AB93-557CDF33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6A204-EBCE-4D21-961A-4BE98340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507D4-6EE7-4C51-9971-85119BAD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1685107442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B6972-6414-4DA5-B186-8FFE06AC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F84C1-AE28-44B5-BB0C-82CC6EFD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040 · loop_rate.png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C065F-244D-4119-A5C8-6417351A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0642D-3571-4D08-BC53-91F23CE1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A4B16-C1AD-4553-A55F-50A8E020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a530df8cf4797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00C2E-6CA8-4B5F-BEC6-59C486C3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417E3-D934-476D-9A0B-42B298BA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326FD-E08D-4F71-9715-21CB4044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artifacts/final_paper_simulation/full/analysis_8method_and_ablation/figures/external_metrics/loop_rate.png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708F4-AC7F-468F-B25A-40D3FA9D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52429-D4AF-4D71-BAB0-537AE843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9AB82-5B1B-4FC6-91E1-E6CD253B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1246828695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953A5-0ABF-4305-9D95-89FD0064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56ABB-EE4B-480B-B5CD-DE63E8DE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041 · mean_control_bytes.png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0B972-AC8F-4716-A314-0C566B97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7D94F-C945-4CE0-AF8B-124B4027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44D3C-59C7-4799-82F0-ECA6ACE3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18d56e19e4d6c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470BE-AA20-49D3-8BBF-2E7A82C2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3362C-A047-4063-9AC9-6AD6131C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3658F-F348-49CE-A4BC-FFF82FA0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artifacts/final_paper_simulation/full/analysis_8method_and_ablation/figures/external_metrics/mean_control_bytes.png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C0ED3-527A-495B-B96B-5843D0E4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DC4F6-2800-45AE-A2E4-F8818C35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18943-2BD3-41D4-AEF3-5A07E1D7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1168001750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B03A4-2421-4E2D-9F1D-557E0D99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AE6A3-1B41-458C-9413-D489F9A4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042 · mean_control_messages.png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1BB90-EF01-4351-9E48-FED6AC6C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2F50D-CF2B-400F-8D3B-A4A3E1E2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E07EB-24EB-43CD-ACE5-BA9D06F3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6479649b242dd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2A6CB-33BE-4696-B8AE-77DCE26C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87081-AF6E-4ECA-97C3-3E98331A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669E5-6073-44C5-919C-814F0867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artifacts/final_paper_simulation/full/analysis_8method_and_ablation/figures/external_metrics/mean_control_messages.png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4AE75-959F-4D42-B3FD-7C68E95A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36890-F473-49C0-81D6-5A6848E2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8EE6D-A231-4CB4-A8B7-4E95FDE5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16866333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05BD8-F3A4-4FFB-9FC4-801C4907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04349-7AFA-4B50-B822-B7E60DC3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043 · mean_local_observation_bytes.png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43586-2355-45BC-924E-1331D678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59E2A-F755-46FF-AED7-31B871AD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0E9CF-0019-4AC5-8CE5-08332FCC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a4fdb705a4d22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DB647-1540-4449-8B4E-D983C7A6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EA433-3275-4867-AFE9-CBA8BF30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7EB8A-83A0-4911-87E8-A0C14C6A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artifacts/final_paper_simulation/full/analysis_8method_and_ablation/figures/external_metrics/mean_local_observation_bytes.png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E202D-5F88-45BC-A906-7C7EF35A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7599E-2B4E-4C77-BBA4-B143F5E1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544EE-9FE6-4350-9710-DC516137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1844142162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CCFC7-CCDE-48FC-BF73-E45A4544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DDE82-52D4-4C3D-9CA1-AD31B85E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044 · mean_path_stretch.png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5D51B-9AFA-4ED8-B3BF-FED0DA84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A9283-D03D-4E05-AC33-D7D18FB6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4C056-C4DE-4DC5-A4F3-8B0D9CEC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a0f90c3c6439a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AE6DF-C6B8-4C50-AF81-3C1485A1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CCD66-76C7-44DA-8311-C25E2157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0B8F3-906F-402E-90C3-67C82D9E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artifacts/final_paper_simulation/full/analysis_8method_and_ablation/figures/external_metrics/mean_path_stretch.png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FFCCD-BEE3-4A30-942F-9856466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43881-E1B4-4448-9A1A-E0199905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DF4F2-1E77-4081-B58A-16279758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115</a:t>
            </a:r>
          </a:p>
        </p:txBody>
      </p:sp>
    </p:spTree>
    <p:extLst>
      <p:ext uri="{BB962C8B-B14F-4D97-AF65-F5344CB8AC3E}">
        <p14:creationId xmlns:p14="http://schemas.microsoft.com/office/powerpoint/2010/main" val="1713492756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C9587-1661-4E6A-B489-CE043AB2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158B0-46F1-40FB-9DEF-75DB4A9D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045 · mean_policy_input_bytes.png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6D365-4670-4C4C-9BA1-20AB208B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358E2-425D-4A20-B8A6-9EBBB63B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7C8EE-2D6E-462E-967A-5577F428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9e59d0fcb4bb5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27816-D254-4508-A645-BD6E98BC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DF947-1DDB-4A6B-9F5B-47883903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FD0AD-5517-484A-947B-8244DD77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artifacts/final_paper_simulation/full/analysis_8method_and_ablation/figures/external_metrics/mean_policy_input_bytes.png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2A8AE-D61E-4578-8520-4B1DA814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CE13A-5610-4539-AAB2-820E6C99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2B97B-B02A-4749-AB1B-B18DECC4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1667583952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6FC02-00F3-4C47-9157-85DC02C5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D85A0-3317-4C04-AFAF-96D6A476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046 · mean_reward.png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C93A0-2851-4F4F-BCE4-8A905E7C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15727-A08B-481F-8371-4C788D3C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0444D-21CF-4491-AD00-9334507C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d995440da496d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2FBF7-7CCE-42BC-A3E1-76B2B86E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12557-2F88-4147-9707-B498C613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C4208-7BB6-4362-9B37-1A67772C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artifacts/final_paper_simulation/full/analysis_8method_and_ablation/figures/external_metrics/mean_reward.png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328F1-BB0B-4531-AE3D-350CEB47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C8835-013B-4644-881D-5241404F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4358B-1082-4BE0-A465-12EB48E1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117</a:t>
            </a:r>
          </a:p>
        </p:txBody>
      </p:sp>
    </p:spTree>
    <p:extLst>
      <p:ext uri="{BB962C8B-B14F-4D97-AF65-F5344CB8AC3E}">
        <p14:creationId xmlns:p14="http://schemas.microsoft.com/office/powerpoint/2010/main" val="596404301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3BF23-6231-481A-AB08-1214EAFC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65668-38DD-4481-A88D-666FA631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047 · mean_success_delay_steps.png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94093-C446-4186-A3EB-C5BF71BA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40980-8BB7-48AB-A14A-5ED138F0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D1E89-4045-4582-A65A-42ECBA9B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a903ba97b46fd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8E6E7-F6F1-42C8-BF79-055A6308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CE721-74A1-42A5-B051-2504B02A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61C2A-4DAE-4473-8619-7498CF64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artifacts/final_paper_simulation/full/analysis_8method_and_ablation/figures/external_metrics/mean_success_delay_steps.png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D1724-435C-40CA-947F-CECE5BD8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E3644-CDF2-4843-A6E5-FE000C23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98687-ACD7-4239-922A-F8C387B9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118</a:t>
            </a:r>
          </a:p>
        </p:txBody>
      </p:sp>
    </p:spTree>
    <p:extLst>
      <p:ext uri="{BB962C8B-B14F-4D97-AF65-F5344CB8AC3E}">
        <p14:creationId xmlns:p14="http://schemas.microsoft.com/office/powerpoint/2010/main" val="220724635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D908C-742B-4C29-9245-C05FAEE3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1368E-9194-494D-B384-F7AD6C48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048 · mean_throughput.png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ED51E-15DD-4C83-80EE-B3F7C0A4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2BF01-2BEE-4A2C-8ADA-72006D93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39639-DDA6-4883-882C-E49A2537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503c956764ff8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5B770-5527-4777-8179-1341C5CE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A073F-67EA-45C9-ADDC-122DD451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E011D-4264-4A90-8B3C-8F1AF60A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artifacts/final_paper_simulation/full/analysis_8method_and_ablation/figures/external_metrics/mean_throughput.png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9AD9D-FAEE-4C4B-904C-7FD0D4A5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5B621-9061-4A53-9F62-3CB37329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1C6F1-D403-49D7-8479-DC332562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119</a:t>
            </a:r>
          </a:p>
        </p:txBody>
      </p:sp>
    </p:spTree>
    <p:extLst>
      <p:ext uri="{BB962C8B-B14F-4D97-AF65-F5344CB8AC3E}">
        <p14:creationId xmlns:p14="http://schemas.microsoft.com/office/powerpoint/2010/main" val="62558554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10C61-1968-44A2-9129-05AC949E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88A83-A00B-45F0-AE82-1B24B5FA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049 · mean_transmission_attempts.png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E1DF8-D3E1-4E3B-94A0-853A71A7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5275B-8BBA-4E6D-9155-B62F4236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4DCAD-4123-479E-80FC-496A7161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a501e7fba47c3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05AB1-AE33-4DE2-A44B-D1A466BC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5FA6C-92CA-4603-AAA3-B771B6CF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1A39C-F7C4-40B3-8638-C689EE78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artifacts/final_paper_simulation/full/analysis_8method_and_ablation/figures/external_metrics/mean_transmission_attempts.png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B0316-4F95-4C9A-BB67-524E76CA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77879-18E1-45F8-A5F4-CF9D24FE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52942-4559-45A8-AF95-2E1A900F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1888605179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92E32-D0C9-4DEA-B2FE-2C79B23B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B02A7-D3EE-4425-B2BB-E03E0829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050 · overall_pdr.png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AD9EE-9555-4E23-90DA-E09E72EA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79492-3BED-4F9A-9E94-F8AA6DAE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A8FD2-FDC8-4F4B-BDCA-265D2D88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d630eef4b4133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2F2EF-CAB2-49E3-BABF-E88B6563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03AD8-72B2-49F3-9210-619707B5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C8640-D85C-4D01-B73B-DBC366C3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artifacts/final_paper_simulation/full/analysis_8method_and_ablation/figures/external_metrics/overall_pdr.png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79214-53B7-4D38-951E-5E540920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CDACD-5425-4753-A0B2-79712615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D926C-7F48-4ECA-A989-3187D0D6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121</a:t>
            </a:r>
          </a:p>
        </p:txBody>
      </p:sp>
    </p:spTree>
    <p:extLst>
      <p:ext uri="{BB962C8B-B14F-4D97-AF65-F5344CB8AC3E}">
        <p14:creationId xmlns:p14="http://schemas.microsoft.com/office/powerpoint/2010/main" val="2076213520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41209-52D2-44F5-A490-C293D87D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487E0-861D-4ADA-AB0E-609EB293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051 · p95_success_delay_steps.png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4DD85-23E2-4D89-8B67-A83B8679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C5E11-FA94-414E-B4C3-8F5BDA8B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E6BD0-4F95-407A-9086-7183C893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e3f90b12e450a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15943-7663-43A1-AA26-FE48FE5E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312A6-5326-4A73-B07B-93CD01C5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0CD7F-5A2E-4F93-9EA9-AD23E41F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artifacts/final_paper_simulation/full/analysis_8method_and_ablation/figures/external_metrics/p95_success_delay_steps.png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4BB84-7D26-483E-B11D-8F449DEA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31AA3-D3A7-4F7D-81F2-0658FDBE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68D77-8E55-4D3B-8287-64D0A252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122</a:t>
            </a:r>
          </a:p>
        </p:txBody>
      </p:sp>
    </p:spTree>
    <p:extLst>
      <p:ext uri="{BB962C8B-B14F-4D97-AF65-F5344CB8AC3E}">
        <p14:creationId xmlns:p14="http://schemas.microsoft.com/office/powerpoint/2010/main" val="1675875280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2F220-73F2-4414-A0D7-3215B987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CBD54-9A65-4AD6-A077-908B5289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052 · switch_activation_rate.png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A7965-74FD-4B35-AFF3-121C2C38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EC881-B10E-400A-B3AE-A56D1339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8FDF7-1CAD-4FFC-8F4A-D0404071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00b6702c84357"/>
          <a:stretch xmlns:a="http://schemas.openxmlformats.org/drawingml/2006/main"/>
        </p:blipFill>
        <p:spPr>
          <a:xfrm xmlns:a="http://schemas.openxmlformats.org/drawingml/2006/main">
            <a:off x="2255567" y="1381125"/>
            <a:ext cx="768086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FAEDE-4988-42B3-8715-8ACEADA4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72D25-9B83-4C70-8C4D-921C18FD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32F17-55FE-41E8-84CF-6C811AEB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artifacts/final_paper_simulation/full/analysis_8method_and_ablation/figures/external_metrics/switch_activation_rate.png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282FA-11E2-4B1A-A3A7-50E0A817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5FF50-4C34-4B95-BFE5-6D6EE42E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3C86B-1BB6-45B0-A960-4B62CBA9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656975997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82882-1E3B-4362-945B-9ACD8003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3FDBC-7966-4B5B-8C19-ABA58821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053 · external_primary_metrics.png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FABA8-C650-4922-928F-35BBE1A1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FA72C-96A8-41B5-B25D-A282E5A6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1ACB0-0C8D-44AC-BE46-1118F33D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8f4712148480d"/>
          <a:stretch xmlns:a="http://schemas.openxmlformats.org/drawingml/2006/main"/>
        </p:blipFill>
        <p:spPr>
          <a:xfrm xmlns:a="http://schemas.openxmlformats.org/drawingml/2006/main">
            <a:off x="2914631" y="1381125"/>
            <a:ext cx="6362737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7762F-0125-4A26-89AD-48F56A52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4E780-5CF3-4038-AB0C-C46037F1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C5DAA-E5EF-4151-B360-22AF219A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artifacts/final_paper_simulation/full/analysis_8method_and_ablation/figures/external_primary_metrics.png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7E4E7-4C69-40C9-9B58-09593664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88D94-476B-482B-BE99-F568AFEC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7BADF-1895-4891-A6A4-037DFE6C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1587842612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83200-186E-45F7-9E49-8C0DFB34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85CE6-F35F-40B2-B40E-50A668F0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054 · connected_pair_pdr.png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41BD6-69B2-4F42-8A77-58249DE4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10411-2A4F-473F-B6B6-92B25864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5791C-6C34-4BBC-9BD6-8B21533E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536ce6f5f4d91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3F01C-AA74-4A80-B621-9829C0CA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F050F-CD39-4192-82F0-E26F5CBD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7240D-68AA-4493-BA92-B6CA7E83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artifacts/final_paper_simulation/full/baselines_with_fast/figures/connected_pair_pdr.png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73602-5091-4845-AEF0-197388FB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760C4-2581-4EB9-9948-689B5657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F7447-768C-4EC1-913A-61B5B0C7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451865798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CC0C8-9325-4589-B667-2C059A26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9D346-D4FC-46BD-8F7D-77CC4E23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055 · decision_latency_p95_ms.png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EB3D2-BD43-4B85-93FF-A949ABB7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B5AE2-F6DC-4745-8903-E12E9422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5569F-A630-4490-A9B0-DC2DBCAD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5eeb146494c3c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9CE37-27A9-43B2-BD2E-D2B96CB4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1CEFF-11C1-4C9E-A462-73AF76B9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099C7-1AE5-4FC9-AFA1-6A77A672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artifacts/final_paper_simulation/full/baselines_with_fast/figures/decision_latency_p95_ms.png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6591D-7D3C-4EEC-97C2-C240E434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5C1A2-F86E-4341-BD7F-ADEEBEED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A14A5-D26E-457A-A662-4B98FC66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98953347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B16B1-1DE2-43A0-8509-568702B5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6DE45-9880-443E-821B-387355B1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056 · energy_per_delivered_packet.png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847AB-59B3-4217-B283-362338A9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3AE71-0921-4575-918E-A30FA321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83815-25A3-4D33-8545-914B1CC9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05874cd644dd9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39334-E351-460A-AB22-012C5447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0D1E3-C44E-41A1-87A6-E4056ECF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2A2D1-6D8A-4CED-BA49-B8CF1F02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artifacts/final_paper_simulation/full/baselines_with_fast/figures/energy_per_delivered_packet.png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4446F-DBA3-477B-925D-D7DF6B7E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72CE5-3EF4-48E8-8BA7-0C0F9C40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D6A54-4977-44A2-893F-CC572191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127</a:t>
            </a:r>
          </a:p>
        </p:txBody>
      </p:sp>
    </p:spTree>
    <p:extLst>
      <p:ext uri="{BB962C8B-B14F-4D97-AF65-F5344CB8AC3E}">
        <p14:creationId xmlns:p14="http://schemas.microsoft.com/office/powerpoint/2010/main" val="1559410823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020A9-3452-4468-9D90-3C1DEC1A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FA842-51CA-40EA-957E-278BA091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057 · p95_success_delay.png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3F2D2-08B5-44D4-88FB-7B2300E5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5C50F-6F3D-45F3-B59D-6A8B3269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CB930-9CFF-4783-9D63-E585C75B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08d13d22a44f5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79EC3-9BA1-4E04-B443-7D7440EA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31E3F-0C24-4864-8C87-71B60FCC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83ECB-EDB8-4668-9415-1664C252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artifacts/final_paper_simulation/full/baselines_with_fast/figures/p95_success_delay.png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77D10-6CFC-4F06-B88B-5D84DDF5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A6114-C07E-43C8-933B-4FB267E3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E3431-1207-4096-BCAC-2C1B84AF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310408855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F6E76-8078-4749-9952-8CA6E47A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E2606-C3ED-45B7-B1D5-D40DA38B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058 · connected_pair_pdr.png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AC7CD-F84A-492F-94EC-3A2A857E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90BB6-1CAC-4433-9085-E36B02F6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54C2D-7071-4430-B97F-5CA051D2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6b8a4c6874f96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5D8C6-F297-4E51-921D-88E2FB52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2ECB1-8741-4758-8976-DF1F1FA7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750BB-E811-4715-9433-995D2263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artifacts/final_paper_simulation/full/baselines/figures/connected_pair_pdr.png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866CB-5079-49A3-952E-AF6EA88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6FEB0-2BF2-42A2-A4B9-CFABE1B6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C530E-BC9E-46BB-AB1C-8536E02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129</a:t>
            </a:r>
          </a:p>
        </p:txBody>
      </p:sp>
    </p:spTree>
    <p:extLst>
      <p:ext uri="{BB962C8B-B14F-4D97-AF65-F5344CB8AC3E}">
        <p14:creationId xmlns:p14="http://schemas.microsoft.com/office/powerpoint/2010/main" val="879826419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0871B-4E31-46AF-B84C-0FDE4E79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FE5A2-7168-45ED-8B83-BEA3CCF5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059 · decision_latency_p95_ms.png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F767D-A8DC-447B-A828-193A87B0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E8432-7ED3-4EF1-ABFF-02C328E3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4F08D-29F1-454A-9F39-1F5EAE0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baad4a64f4826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91C6E-E546-4D03-8D8B-55E0A194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72847-1494-4E66-9770-40F85806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4D462-ED5F-45AF-98D7-51B7C7CE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artifacts/final_paper_simulation/full/baselines/figures/decision_latency_p95_ms.png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F111E-A169-4968-BC99-10108AF8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63F60-7BB6-4935-AAFA-123BBAF1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13032-0BD7-4FB0-8EF5-CF16BDFE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130</a:t>
            </a:r>
          </a:p>
        </p:txBody>
      </p:sp>
    </p:spTree>
    <p:extLst>
      <p:ext uri="{BB962C8B-B14F-4D97-AF65-F5344CB8AC3E}">
        <p14:creationId xmlns:p14="http://schemas.microsoft.com/office/powerpoint/2010/main" val="1212465628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C7DFF-CA0E-40DE-98DF-7A81DD57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44BC3-96E4-4F07-944C-326D3478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060 · energy_per_delivered_packet.png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01C86-0E13-4096-A960-F1BB5F26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014FF-839F-44B8-8586-2BB152B2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1793C-81E2-4CD9-B532-C9CC8E53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9e0ebb8c941fc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7D74E-5C4F-4699-85CD-D5463161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8AF0E-7930-4903-9A83-D4B06237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3A2AC-49B4-4777-AE59-3364CE58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artifacts/final_paper_simulation/full/baselines/figures/energy_per_delivered_packet.png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7B43D-1F2F-449C-B2A1-3D4E1FDD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6C805-CC21-4FAC-B462-2E1C665A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6DD54-FD58-4C04-BBAE-F60F7BAE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131</a:t>
            </a:r>
          </a:p>
        </p:txBody>
      </p:sp>
    </p:spTree>
    <p:extLst>
      <p:ext uri="{BB962C8B-B14F-4D97-AF65-F5344CB8AC3E}">
        <p14:creationId xmlns:p14="http://schemas.microsoft.com/office/powerpoint/2010/main" val="1229207402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77249-217B-4D68-AD39-73E58C1F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8ABB9-0B2E-4A1E-AAC4-C819016B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061 · p95_success_delay.png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56060-BDB7-4348-9115-97826635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401D7-1270-45B2-9B45-8A5FD5F8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B6324-A712-4D91-87F8-CBF48586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9e9a07d614a96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B1F16-4C86-41DE-A2A0-3DD20FCD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17D8F-4E8B-46F8-844A-63A96E2D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75202-C7CB-4326-AA0B-00915A7A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artifacts/final_paper_simulation/full/baselines/figures/p95_success_delay.png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99D13-61F4-471B-B497-0CCC55D5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A2373-B132-4116-A08F-74A158A5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1E79D-0B2B-4EAF-B6D8-04E6F055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132</a:t>
            </a:r>
          </a:p>
        </p:txBody>
      </p:sp>
    </p:spTree>
    <p:extLst>
      <p:ext uri="{BB962C8B-B14F-4D97-AF65-F5344CB8AC3E}">
        <p14:creationId xmlns:p14="http://schemas.microsoft.com/office/powerpoint/2010/main" val="291607840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653DC-FB3F-4CDE-81AB-F346C085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C0702-F2B3-4BAA-93E1-EDD897FF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062 · latency_p95_cuda.png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E72E5-0B2C-4965-A1F4-E68F970A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Full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FD477-7CC7-4DAB-AEA9-FAEB19F5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85B8E-FB9D-4556-9830-3B914F32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518c29bf04dbe"/>
          <a:stretch xmlns:a="http://schemas.openxmlformats.org/drawingml/2006/main"/>
        </p:blipFill>
        <p:spPr>
          <a:xfrm xmlns:a="http://schemas.openxmlformats.org/drawingml/2006/main">
            <a:off x="1762125" y="1381125"/>
            <a:ext cx="8667750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9CD2D-99B8-4FD6-A38B-E8A677CA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E1891-F9A6-4485-B0BE-BB10EEFD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Full 실험 · manifest/CSV와 함께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002E3-CB71-4C8D-943A-622E121E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artifacts/final_paper_simulation/full/final_latency_verified/latency_p95_cuda.png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E532A-847C-49D6-B66A-98CC6A11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9D320-77EE-4F14-8A45-046FA1AA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4F23A-4BDF-494B-9721-C75644F0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133</a:t>
            </a:r>
          </a:p>
        </p:txBody>
      </p:sp>
    </p:spTree>
    <p:extLst>
      <p:ext uri="{BB962C8B-B14F-4D97-AF65-F5344CB8AC3E}">
        <p14:creationId xmlns:p14="http://schemas.microsoft.com/office/powerpoint/2010/main" val="347461016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00F73-7DA0-43E8-BE54-D0966C6B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851E9-96E8-4728-B5F4-DED51DEE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063 · connected_pair_pdr.png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DE34F-2451-443D-8F3F-AAB05B11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외부 비교 최종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225C0-6278-4427-BAD0-DB806301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E6469-D8E6-48F5-98C5-BB2EA81B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2088158f043ea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35FF6-DF0F-4540-9BD8-D2CC0903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2A4D3-F46E-41F6-8ED0-49F02892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외부 비교 최종 · 수용성 검증 포함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7F69A-D34F-4A35-ACAF-B5384E19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artifacts/external_comparison_final_acceptance/smoke/seeds_42/figures/connected_pair_pdr.png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C3302-0768-4988-96E0-C7B4D299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ECB74-C5CA-4655-98DD-AC8D85D6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9CB2B-E81F-4E51-93F9-D6261002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134</a:t>
            </a:r>
          </a:p>
        </p:txBody>
      </p:sp>
    </p:spTree>
    <p:extLst>
      <p:ext uri="{BB962C8B-B14F-4D97-AF65-F5344CB8AC3E}">
        <p14:creationId xmlns:p14="http://schemas.microsoft.com/office/powerpoint/2010/main" val="1250686366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9295D-8EE2-44CF-AFAE-FBB4892A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9047B-106B-4CFE-B61A-A24FE1EC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064 · decision_latency_p95_ms.png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7B691-E0C8-4C5D-9839-DFC52363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외부 비교 최종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AD7E2-7097-47C6-88CA-77AD3A6D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94FC7-1BA3-48EF-A958-B8A7CAAE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edc206a884607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48521-8CB9-43E1-B50E-4286B1D7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65162-EAB0-45C9-9B8A-D90C5B67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외부 비교 최종 · 수용성 검증 포함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53EA1-1CAC-4D39-B1E0-D2D3CDA5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artifacts/external_comparison_final_acceptance/smoke/seeds_42/figures/decision_latency_p95_ms.png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4AB6E-FBC6-4DED-94F7-DC629029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1DCD0-496A-49BA-A5FF-72A8BACA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BEBF4-2E9D-436C-9E53-AE801EFC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135</a:t>
            </a:r>
          </a:p>
        </p:txBody>
      </p:sp>
    </p:spTree>
    <p:extLst>
      <p:ext uri="{BB962C8B-B14F-4D97-AF65-F5344CB8AC3E}">
        <p14:creationId xmlns:p14="http://schemas.microsoft.com/office/powerpoint/2010/main" val="1132158778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B2906-C209-4A94-87EA-2A1FDFBA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4A5F5-3CCF-4F6E-8526-D956F517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065 · energy_per_delivered_packet.png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881F9-CAD7-4256-915A-55C3C819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외부 비교 최종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4429C-BEF0-4ED3-9322-B8E07B32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88934-F040-467D-A911-882FE5EC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47aff5b374837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4A230-0B9A-4EBA-BBC5-EFF42A40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B8C6E-CB9E-4F67-AEF0-DA0143C5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외부 비교 최종 · 수용성 검증 포함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67736-B346-4C0E-A716-AFB76954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artifacts/external_comparison_final_acceptance/smoke/seeds_42/figures/energy_per_delivered_packet.png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59B4C-17E5-4231-82B0-7A27A2E5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8FD20-7D72-4E7D-9FD7-D812F8D7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0E134-8994-4204-A5C3-4CD69482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136</a:t>
            </a:r>
          </a:p>
        </p:txBody>
      </p:sp>
    </p:spTree>
    <p:extLst>
      <p:ext uri="{BB962C8B-B14F-4D97-AF65-F5344CB8AC3E}">
        <p14:creationId xmlns:p14="http://schemas.microsoft.com/office/powerpoint/2010/main" val="938570107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8A09A-DB7A-4951-9833-1019B626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C67FB-6BC8-4964-9D02-0B226A13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066 · p95_success_delay.png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40C32-5023-42C2-80FB-0C3D386C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외부 비교 최종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406EC-D84A-43FF-B1D0-F1A1E55A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B608D-DB30-40FE-A969-178B5950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30d56a82f4ca9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16A00-C14D-4641-9D10-3B23514D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2456A-19EA-4D0C-8DDA-5943C449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외부 비교 최종 · 수용성 검증 포함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2F4DE-318B-499F-89C5-BFC0A1AC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artifacts/external_comparison_final_acceptance/smoke/seeds_42/figures/p95_success_delay.png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3A665-966B-467B-8C1B-64BC6842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D4862-AA47-4391-B1B8-36383B3D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DA002-A4E3-4B10-8D0A-B39AAD24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137</a:t>
            </a:r>
          </a:p>
        </p:txBody>
      </p:sp>
    </p:spTree>
    <p:extLst>
      <p:ext uri="{BB962C8B-B14F-4D97-AF65-F5344CB8AC3E}">
        <p14:creationId xmlns:p14="http://schemas.microsoft.com/office/powerpoint/2010/main" val="731575997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11769-F384-439B-9B16-0EA312D5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069D1-D8F3-45D1-821F-D17CB6A9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067 · connected_pair_pdr.png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507D2-9FB0-4499-980C-ABFC09AA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검증/수용성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9F45D-FFA8-46B6-A953-97DFCEE4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84548-225B-4AF0-9FF6-2931B6EC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5aa4fd6e64823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3BA98-431B-4D6B-BCEF-379106EE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8ABF5-83C4-476F-B995-E2C5AB65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검증/수용성 · 중간 검증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5F417-972E-49EA-AA41-FCC1C830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artifacts/external_comparison_acceptance/smoke/seeds_42/figures/connected_pair_pdr.png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B9C33-EEF7-4409-91F6-AB29F237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E16B9-B65F-48D0-9A91-F8FAC9E5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F466E-ADFE-4E45-AF46-6DA9E89A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138</a:t>
            </a:r>
          </a:p>
        </p:txBody>
      </p:sp>
    </p:spTree>
    <p:extLst>
      <p:ext uri="{BB962C8B-B14F-4D97-AF65-F5344CB8AC3E}">
        <p14:creationId xmlns:p14="http://schemas.microsoft.com/office/powerpoint/2010/main" val="1769870825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2ED05-6E68-4CFD-AD1F-0C32012F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FC210-0289-41A4-9297-76F4487B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068 · decision_latency_p95_ms.png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DA97F-30DD-480A-9C95-ACC3BCD2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검증/수용성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6D691-BF17-459E-A1E6-2169B9CC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81E21-C90E-424E-8CF2-9062212F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5601ee9364dbc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65340-7F88-4348-A9A3-E82F580A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D631D-9A97-4064-8E7C-9F249983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검증/수용성 · 중간 검증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4AF30-6194-4731-8379-FD826FCA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artifacts/external_comparison_acceptance/smoke/seeds_42/figures/decision_latency_p95_ms.png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978C4-2B63-4E5C-AAC4-A7E8BF44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7FF79-9404-4162-A8B3-D4E66C83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ACE94-7827-487C-A6C7-ED461428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139</a:t>
            </a:r>
          </a:p>
        </p:txBody>
      </p:sp>
    </p:spTree>
    <p:extLst>
      <p:ext uri="{BB962C8B-B14F-4D97-AF65-F5344CB8AC3E}">
        <p14:creationId xmlns:p14="http://schemas.microsoft.com/office/powerpoint/2010/main" val="1466585386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B43C9-6FA0-4D72-ADC9-03513B66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47368-D7DF-413F-AF77-62FF4B08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069 · energy_per_delivered_packet.png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A2FC6-D06E-4B66-A6DC-C291F525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검증/수용성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8A116-F75A-48E3-8F16-D85B6FE3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5FF56-CF5A-4AA0-9564-D185FB59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e784ddb834bbd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E07AC-9FA1-4ED0-9DA4-35785C2C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A2B43-487A-4255-992D-75C9B092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검증/수용성 · 중간 검증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B0630-091E-4A80-BB4A-159BFB05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artifacts/external_comparison_acceptance/smoke/seeds_42/figures/energy_per_delivered_packet.png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FF272-9EA4-440A-841A-38FAC44F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8BD8A-C8A7-427D-8B6F-AB2A88A9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37F62-ECC0-43A6-A62E-2EB97600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140</a:t>
            </a:r>
          </a:p>
        </p:txBody>
      </p:sp>
    </p:spTree>
    <p:extLst>
      <p:ext uri="{BB962C8B-B14F-4D97-AF65-F5344CB8AC3E}">
        <p14:creationId xmlns:p14="http://schemas.microsoft.com/office/powerpoint/2010/main" val="468232523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2539E-3B7C-4D49-8EB9-F8860537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657C8-3F07-437D-A0EC-B4D85B38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070 · p95_success_delay.png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9A92C-7F36-4BE0-AC44-4078374E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검증/수용성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F3220-E3E1-4BBA-98DD-792BD472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B452E-1E13-4C6D-9671-A0D6217E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c4bfe9ccd4ba4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B9A9B-0BBE-4B65-8093-6C1364FC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21617-AFCE-4756-8CE4-3CE0818B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검증/수용성 · 중간 검증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3A443-19BC-4B31-AEDF-DDE2D17F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artifacts/external_comparison_acceptance/smoke/seeds_42/figures/p95_success_delay.png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F29BD-717C-4B23-BB6F-73013AAF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4887A-DF6B-4369-A65B-2C542E6D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51058-D9E8-45FA-AE60-1D74F740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141</a:t>
            </a:r>
          </a:p>
        </p:txBody>
      </p:sp>
    </p:spTree>
    <p:extLst>
      <p:ext uri="{BB962C8B-B14F-4D97-AF65-F5344CB8AC3E}">
        <p14:creationId xmlns:p14="http://schemas.microsoft.com/office/powerpoint/2010/main" val="1689387855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FE5F9-0A4D-4F98-8715-83BE69AB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26F94-3803-4050-AEDD-6E4F6E03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071 · figure_directional_gain_forest.png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DBB09-1694-4BE7-9904-167D9F3E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사후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BF20E-70F0-4E3F-A429-E410A84E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EBAA6-7B23-4738-9B7D-4263B190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e1d04e6cd4c20"/>
          <a:stretch xmlns:a="http://schemas.openxmlformats.org/drawingml/2006/main"/>
        </p:blipFill>
        <p:spPr>
          <a:xfrm xmlns:a="http://schemas.openxmlformats.org/drawingml/2006/main">
            <a:off x="1762125" y="1381125"/>
            <a:ext cx="8667750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D669F-874E-40D2-AF8D-5F3FF67F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DC33C-D515-4A59-9ABE-FFC33769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사후 분석 · 시나리오별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6F7E1-CB54-4744-97BA-DCE8DB75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artifacts/external_comparison_analysis/figure_directional_gain_forest.png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E9C47-0C91-46EA-8C6D-BA0EC73B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7BE6C-94A3-45DC-A00F-F1EDCFD8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4DD94-9794-46C9-80F5-71484AA1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142</a:t>
            </a:r>
          </a:p>
        </p:txBody>
      </p:sp>
    </p:spTree>
    <p:extLst>
      <p:ext uri="{BB962C8B-B14F-4D97-AF65-F5344CB8AC3E}">
        <p14:creationId xmlns:p14="http://schemas.microsoft.com/office/powerpoint/2010/main" val="326562264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D701A-5786-4F96-B29A-604B7E9C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8A607-C613-4315-B50C-62A8B748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072 · figure_metric_panels.png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232D4-3E0C-4FAD-943F-D5F78DD3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사후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EDB50-4D49-4288-899F-262CDC54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BEA1D-C41C-4827-924E-042AC73A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9661b945f4311"/>
          <a:stretch xmlns:a="http://schemas.openxmlformats.org/drawingml/2006/main"/>
        </p:blipFill>
        <p:spPr>
          <a:xfrm xmlns:a="http://schemas.openxmlformats.org/drawingml/2006/main">
            <a:off x="2195513" y="1381125"/>
            <a:ext cx="78009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4A2B1-C46A-413C-A75B-37CC5A42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73324-4142-45AF-8CFA-9EE83EC3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사후 분석 · 시나리오별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1EC3D-30D7-4F4A-8C13-32710A13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artifacts/external_comparison_analysis/figure_metric_panels.png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5E5A5-E988-48E6-B45B-0507E8D9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42FF3-0E04-4EA2-B0F1-C1FDE5B2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96DF3-A64F-481D-9C61-5359036A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143</a:t>
            </a:r>
          </a:p>
        </p:txBody>
      </p:sp>
    </p:spTree>
    <p:extLst>
      <p:ext uri="{BB962C8B-B14F-4D97-AF65-F5344CB8AC3E}">
        <p14:creationId xmlns:p14="http://schemas.microsoft.com/office/powerpoint/2010/main" val="223679989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52275-EB9D-49D1-ADCA-D9A3F95D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810C8-C608-4684-BE37-807EA519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073 · connected_pair_pdr.png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13414-6A5A-46D1-8C48-47209C4A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검증/수용성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D066B-D303-4CFE-80F8-F9E64142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D4797-B7DD-4D12-B817-F8107768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11be419a94135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72A55-69F7-409B-ABC8-C800B1A7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0E990-3C43-4AB1-83C3-DC3E37B8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검증/수용성 · 중간 검증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FB731-ABA9-42F8-A230-CF3DB73A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artifacts/external_comparison_validation/smoke/seeds_42/figures/connected_pair_pdr.png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12727-4831-4E5F-B276-557CD4F5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75C9C-B635-48AB-B874-FD15FA3C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DA40B-CCFE-4E22-97FF-F97DDE9C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144</a:t>
            </a:r>
          </a:p>
        </p:txBody>
      </p:sp>
    </p:spTree>
    <p:extLst>
      <p:ext uri="{BB962C8B-B14F-4D97-AF65-F5344CB8AC3E}">
        <p14:creationId xmlns:p14="http://schemas.microsoft.com/office/powerpoint/2010/main" val="384929270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8101C-2B86-4DD9-85F7-F6D046D2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F3B65-5DD4-496D-BFAF-6B9984CC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074 · decision_latency_p95_ms.png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EF6E6-3F62-4E57-93BF-44BE8359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검증/수용성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16073-AEFC-425A-82F8-AD826BEF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F9FC8-3F6B-4B67-BDEA-35F993B1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b354eaad94042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AF757-5E79-431E-A201-3FB90CBA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B1C69-EBCB-4441-A5F8-F7C3E72D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검증/수용성 · 중간 검증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B113B-F7E7-4FC8-8AA5-650FD15C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artifacts/external_comparison_validation/smoke/seeds_42/figures/decision_latency_p95_ms.png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6A894-FF41-4EB2-925E-0B373518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E94A2-FE9D-480D-977F-7802EB73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9B536-0138-4722-811F-2628F780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145</a:t>
            </a:r>
          </a:p>
        </p:txBody>
      </p:sp>
    </p:spTree>
    <p:extLst>
      <p:ext uri="{BB962C8B-B14F-4D97-AF65-F5344CB8AC3E}">
        <p14:creationId xmlns:p14="http://schemas.microsoft.com/office/powerpoint/2010/main" val="734569493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8BE12-5AD6-4AF5-88D4-A3D284A6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143F2-A81F-4F9B-B509-B02F2EC9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075 · energy_per_delivered_packet.png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CC0D8-679D-4348-8455-13683C42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검증/수용성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5882E-3F13-4198-A9B6-4A742EC9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36F33-98E7-47E6-8114-89C0CD3F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0082f6c1448d0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AADDF-B487-4607-9119-3597C317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55993-5564-4ABC-9F91-4986436F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검증/수용성 · 중간 검증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17358-AFA5-42C0-A945-1B1B2126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artifacts/external_comparison_validation/smoke/seeds_42/figures/energy_per_delivered_packet.png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B320E-22CF-4BB0-BE45-6D9CD241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13584-B79B-442D-BB72-560A2EC7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DB5FE-72F0-4D1D-B1A9-4C657E48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755570720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7C633-28DF-429D-9A46-749178B8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78206-F2AA-4BFC-957D-9C5AC8A3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076 · p95_success_delay.png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2AE70-A8B4-4EAE-AE7B-B1880BB7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검증/수용성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C5202-4DBD-4F50-B0EE-66722173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777D4-2518-40C3-90FA-EC68AFB2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18c6f63ea4467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745D6-F33C-4800-96A8-76E4CBD8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5EBD3-8D09-43C9-87CF-2E5611D9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검증/수용성 · 중간 검증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8E4FF-59BC-4B3A-AD57-36EA4A8B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artifacts/external_comparison_validation/smoke/seeds_42/figures/p95_success_delay.png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670C8-3FCF-445A-8063-A882CB38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85833-E3F9-4FBB-8203-E35129B0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0B3A1-FA29-42F8-9C68-9251A4E3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147</a:t>
            </a:r>
          </a:p>
        </p:txBody>
      </p:sp>
    </p:spTree>
    <p:extLst>
      <p:ext uri="{BB962C8B-B14F-4D97-AF65-F5344CB8AC3E}">
        <p14:creationId xmlns:p14="http://schemas.microsoft.com/office/powerpoint/2010/main" val="1857407952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3D34C-1BBE-4C79-BB3D-74FD5D8A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AD3E8-00A6-4B45-B0AC-6C64428A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077 · connected_pair_pdr.png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C4676-79A1-4DB8-B36D-108B50B1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Smoke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99894-8CDB-4A90-B6B9-B843EE4E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CE066-9E3E-437D-8E33-BEF5C30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08d57b6c54790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11FFE-46C8-4F03-B8EC-19F235E6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66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BE46E-C75B-458A-9F35-1C660AFE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Smoke · 방향성만; 확증 주장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28634-3B3D-48BF-B457-B5565D00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artifacts/final_paper_simulation/smoke/baselines/smoke/seeds_42/figures/connected_pair_pdr.png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E609A-3551-49D9-83B3-ECD5F75D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CB02A-437E-4173-B12B-8C1210CE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C888C-7FAD-4E49-968C-6134C947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148</a:t>
            </a:r>
          </a:p>
        </p:txBody>
      </p:sp>
    </p:spTree>
    <p:extLst>
      <p:ext uri="{BB962C8B-B14F-4D97-AF65-F5344CB8AC3E}">
        <p14:creationId xmlns:p14="http://schemas.microsoft.com/office/powerpoint/2010/main" val="576478659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CE394-C476-4DE9-BAA6-E36F6F7C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CDC6E-B261-4EC5-82C4-155776BC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078 · decision_latency_p95_ms.png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DF5D4-6C3A-4FB3-B5FA-D93FB315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Smoke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2576B-B89C-498B-83C0-FA544D2A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91D66-695A-415E-BFE1-91ED5A5E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b7ca337d048d5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47702-A060-4C57-8B71-8F9F8E7F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66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9CC5A-2EC8-4268-9D19-B62BBFD8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Smoke · 방향성만; 확증 주장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345F5-80DF-4E31-859D-20794111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artifacts/final_paper_simulation/smoke/baselines/smoke/seeds_42/figures/decision_latency_p95_ms.png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7934F-528F-4CEA-BD71-8B34E369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C018F-F1E3-43BF-9D7C-0DBABC54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497E7-F957-4A60-9107-C4C26425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149</a:t>
            </a:r>
          </a:p>
        </p:txBody>
      </p:sp>
    </p:spTree>
    <p:extLst>
      <p:ext uri="{BB962C8B-B14F-4D97-AF65-F5344CB8AC3E}">
        <p14:creationId xmlns:p14="http://schemas.microsoft.com/office/powerpoint/2010/main" val="2006809461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66EC0-0DAB-4C8E-8433-33F84741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1C50A-C69B-416A-8F57-FB8518CF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079 · energy_per_delivered_packet.png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500A2-5718-4A25-AF64-93F74786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Smoke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C357D-4C8D-481F-9646-F7CB3AFD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BA36F-6F88-4AB0-956C-CF145708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8fa24b3244fdb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3AE7B-D557-40F9-AB6F-B7053115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66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AE18C-FD6F-4C9C-A7B5-2B5AEF1D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Smoke · 방향성만; 확증 주장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5E6E8-4C84-4565-AA48-AC5C8C44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artifacts/final_paper_simulation/smoke/baselines/smoke/seeds_42/figures/energy_per_delivered_packet.png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3DD77-363F-4780-874D-C098312B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CCAA6-F128-45D8-B78C-A9C4DCFB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B03B6-C152-4AC2-B97B-676400F5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150</a:t>
            </a:r>
          </a:p>
        </p:txBody>
      </p:sp>
    </p:spTree>
    <p:extLst>
      <p:ext uri="{BB962C8B-B14F-4D97-AF65-F5344CB8AC3E}">
        <p14:creationId xmlns:p14="http://schemas.microsoft.com/office/powerpoint/2010/main" val="942962139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423C4-DA37-48C7-840E-56AFF966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107C6-0F35-48CF-A890-4BA3E5A0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080 · p95_success_delay.png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E3ED4-495F-4063-BBEF-E41FCBB4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Smoke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06E7C-CD9F-4FE6-87D1-EA48D964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7F396-E73A-4ED1-83BA-FF60F8B3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169b132434771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3D1E0-84EE-4048-9563-5CB8AB08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66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7C6E8-23BC-41D7-B456-E9A0864B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Smoke · 방향성만; 확증 주장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54A65-35BB-426F-AA06-6F73310B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artifacts/final_paper_simulation/smoke/baselines/smoke/seeds_42/figures/p95_success_delay.png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2F34B-9839-45FC-AF0A-F4497763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AB589-8205-4F37-9BD1-73B8D9B8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F8BD8-984E-4C1E-8FB3-65FFF176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151</a:t>
            </a:r>
          </a:p>
        </p:txBody>
      </p:sp>
    </p:spTree>
    <p:extLst>
      <p:ext uri="{BB962C8B-B14F-4D97-AF65-F5344CB8AC3E}">
        <p14:creationId xmlns:p14="http://schemas.microsoft.com/office/powerpoint/2010/main" val="529836192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05E60-461F-432A-972E-D3273CDD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9CCE3-AB47-492B-BD03-6BD3FB9E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081 · latency_p95_variants.png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6F8EE-7F6A-40B2-BE7F-F197CB1B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Smoke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76A34-057C-471A-8ED4-99FE0F14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6CB5B-9DFE-4A3B-9B62-9ACF2AA8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1dfdf50094bc9"/>
          <a:stretch xmlns:a="http://schemas.openxmlformats.org/drawingml/2006/main"/>
        </p:blipFill>
        <p:spPr>
          <a:xfrm xmlns:a="http://schemas.openxmlformats.org/drawingml/2006/main">
            <a:off x="1328737" y="1381125"/>
            <a:ext cx="953452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BC7B8-562D-4508-A44D-086E9581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66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A66FC-27D9-43DB-93E6-2338A4B3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Smoke · 방향성만; 확증 주장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C42F6-65D3-427C-B0AE-16160B5A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artifacts/final_paper_simulation/smoke/latency_exact/latency_p95_variants.png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6CEC1-441A-498A-A912-4681390B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DB078-DD67-4BD7-A50F-865F878C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966DE-BDF2-4D5F-8F79-D1FB2CA5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152</a:t>
            </a:r>
          </a:p>
        </p:txBody>
      </p:sp>
    </p:spTree>
    <p:extLst>
      <p:ext uri="{BB962C8B-B14F-4D97-AF65-F5344CB8AC3E}">
        <p14:creationId xmlns:p14="http://schemas.microsoft.com/office/powerpoint/2010/main" val="1543399672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B406B-226A-423A-AEC8-0E09DC67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7C7CB-82BD-4D3E-AE99-A22B80E8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082 · component_contribution_four_panel.png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74BA9-44B9-4EDC-9777-7CFBBFF1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Smoke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B65E1-8CEF-4B48-966F-B2B53180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3C1E9-4A0A-49AF-A0D7-C419E914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549cfe9954ce1"/>
          <a:stretch xmlns:a="http://schemas.openxmlformats.org/drawingml/2006/main"/>
        </p:blipFill>
        <p:spPr>
          <a:xfrm xmlns:a="http://schemas.openxmlformats.org/drawingml/2006/main">
            <a:off x="2845594" y="1381125"/>
            <a:ext cx="6500813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D812E-AE0E-4819-ADDB-F01FEF17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66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1A74E-CA69-4BE5-BBA3-5547F5EB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Smoke · 방향성만; 확증 주장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24E05-D312-4F2D-9DE8-6998F0A0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artifacts/final_paper_simulation/smoke/novelty_ablation/figures/component_contribution_four_panel.png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F2EA8-1CDF-425D-AFA6-2EBDD1CA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CD6FD-8151-486A-98C6-2F803A5E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BF409-284E-4DE1-920A-AC51E964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153</a:t>
            </a:r>
          </a:p>
        </p:txBody>
      </p:sp>
    </p:spTree>
    <p:extLst>
      <p:ext uri="{BB962C8B-B14F-4D97-AF65-F5344CB8AC3E}">
        <p14:creationId xmlns:p14="http://schemas.microsoft.com/office/powerpoint/2010/main" val="1593824820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B06B9-5CA4-4A1D-B079-3F900E48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D55D7-F136-4AC8-A582-60B530DE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083 · novelty_ablation_four_panel.png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2EB55-0B85-4474-9B4A-E1E8BB33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Smoke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D3391-5E9F-46D1-9E85-4779F76E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BB66A-5538-4321-A7EF-0400F9BC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c0adaa4e94c9b"/>
          <a:stretch xmlns:a="http://schemas.openxmlformats.org/drawingml/2006/main"/>
        </p:blipFill>
        <p:spPr>
          <a:xfrm xmlns:a="http://schemas.openxmlformats.org/drawingml/2006/main">
            <a:off x="2845594" y="1381125"/>
            <a:ext cx="6500813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270C9-1D5D-4A5A-91FF-690B5192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66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C02AE-0D27-4931-815A-17188809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Smoke · 방향성만; 확증 주장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60B97-E5DD-41DB-8A9D-DF78C241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artifacts/final_paper_simulation/smoke/novelty_ablation/figures/novelty_ablation_four_panel.png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43D40-606D-4AB6-8D9D-AC26495F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2745A-D8D0-440E-977D-891A02B6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F9D2B-B600-41A5-A8BA-63222698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154</a:t>
            </a:r>
          </a:p>
        </p:txBody>
      </p:sp>
    </p:spTree>
    <p:extLst>
      <p:ext uri="{BB962C8B-B14F-4D97-AF65-F5344CB8AC3E}">
        <p14:creationId xmlns:p14="http://schemas.microsoft.com/office/powerpoint/2010/main" val="412205626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68444-B382-4843-8CF5-FF7F5DE1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B591C-E7AE-4386-B84E-8549295C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084 · scenario_pdr_contribution_heatmap.png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D3282-2002-4823-BE1D-6480152D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Smoke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87ACA-47B4-4137-9D4B-BC9F2D52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2DD13-9947-48DC-B0AD-82E64666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fcec96271499d"/>
          <a:stretch xmlns:a="http://schemas.openxmlformats.org/drawingml/2006/main"/>
        </p:blipFill>
        <p:spPr>
          <a:xfrm xmlns:a="http://schemas.openxmlformats.org/drawingml/2006/main">
            <a:off x="666750" y="1919288"/>
            <a:ext cx="10858500" cy="3257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06969-E713-42EB-9611-9A37A6C4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66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A0407-8D8F-40E0-BBA5-1DB39FB6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Smoke · 방향성만; 확증 주장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FDBAE-0121-4F77-8093-A1C977D1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artifacts/final_paper_simulation/smoke/novelty_ablation/figures/scenario_pdr_contribution_heatmap.png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5CD9D-BA36-4F5E-8535-B672A5C1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81A2C-068D-4F97-A4C3-77BD6FD7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BDD06-BE39-4DF2-B44C-0139C180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155</a:t>
            </a:r>
          </a:p>
        </p:txBody>
      </p:sp>
    </p:spTree>
    <p:extLst>
      <p:ext uri="{BB962C8B-B14F-4D97-AF65-F5344CB8AC3E}">
        <p14:creationId xmlns:p14="http://schemas.microsoft.com/office/powerpoint/2010/main" val="187935386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5C6D5-F365-4223-A932-14B4B8AB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C75AC-4233-4BBA-A29D-28A4F124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085 · freshness_cache_latency.png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B5FB1-4937-4416-A6C1-95684396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Artifact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04BA1-346B-4AC6-812D-D30D6CEC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234B2-2021-4823-AB3A-363B5F63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53ed6347f4449"/>
          <a:stretch xmlns:a="http://schemas.openxmlformats.org/drawingml/2006/main"/>
        </p:blipFill>
        <p:spPr>
          <a:xfrm xmlns:a="http://schemas.openxmlformats.org/drawingml/2006/main">
            <a:off x="895350" y="1381125"/>
            <a:ext cx="10401300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0612A-043F-43B7-85FB-7546F8C6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B67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52888-C813-4D19-BF6B-6F67EC64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 · 경로·manifest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64863-0452-49BC-90A4-517D9739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artifacts/final_paper_simulation/supplementary/freshness_cache/freshness_cache_latency.png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64FED-0915-4E9A-BE22-56098E5D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23BFF-1017-4A20-AB98-838DD401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4C9EB-8CB8-4AA9-AF3B-67C5EAA6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156</a:t>
            </a:r>
          </a:p>
        </p:txBody>
      </p:sp>
    </p:spTree>
    <p:extLst>
      <p:ext uri="{BB962C8B-B14F-4D97-AF65-F5344CB8AC3E}">
        <p14:creationId xmlns:p14="http://schemas.microsoft.com/office/powerpoint/2010/main" val="769960828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EBC09-394A-40F8-8623-F75FF927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5D09E-F5AC-4E2E-A30F-653A0C95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086 · risk_switch_plus_delay_p95.png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CA449-FDF1-43CB-9925-C6D550FF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26BE0-BD0D-43DD-9913-9B6E839A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32FCB-CC2E-4543-A5BA-61959973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ecf3e44494e05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AFF1B-3CE6-42B4-A6CE-CF76C834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59B02-CC5E-42C1-AB7A-1D889A43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C3A46-2FFB-453E-8A88-FDB19A9C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artifacts/lite_globe/_phase13_merge_work/phase13_seeds_42_results/artifacts/lite_globe/phase13_seeds_42/figures/risk_switch_plus_delay_p95.png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08602-DF57-495B-B98E-204BC7C4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43677-5C64-4813-8C86-6B06EC0D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0B3DB-5AFF-47A9-8633-27B73090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157</a:t>
            </a:r>
          </a:p>
        </p:txBody>
      </p:sp>
    </p:spTree>
    <p:extLst>
      <p:ext uri="{BB962C8B-B14F-4D97-AF65-F5344CB8AC3E}">
        <p14:creationId xmlns:p14="http://schemas.microsoft.com/office/powerpoint/2010/main" val="1595298290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492AC-4BD3-4B39-891E-E82AE2BA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4D337-8D57-4E80-A32E-04B206FB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087 · risk_switch_plus_input_bytes.png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A351B-E429-42B4-A803-FD2D1A11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B1EE3-08CE-43F3-B837-AD2D868A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FA942-1040-410F-AF55-916C9F49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7a135be30452b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D6D05-5EA1-4B3D-B809-859A9112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72F80-A7C6-41D0-B9CF-044A31DC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B3C71-0A9A-4D68-A298-CC9DF1B9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artifacts/lite_globe/_phase13_merge_work/phase13_seeds_42_results/artifacts/lite_globe/phase13_seeds_42/figures/risk_switch_plus_input_bytes.png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A0624-3E4E-40EE-BDE9-B77D6A75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316E9-A7BF-4C41-8E81-E5D79CAA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B8AB2-D517-48C6-9859-124C84CA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158</a:t>
            </a:r>
          </a:p>
        </p:txBody>
      </p:sp>
    </p:spTree>
    <p:extLst>
      <p:ext uri="{BB962C8B-B14F-4D97-AF65-F5344CB8AC3E}">
        <p14:creationId xmlns:p14="http://schemas.microsoft.com/office/powerpoint/2010/main" val="363247822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DC83E-F07E-41F2-AE66-8BFB3EED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308A3-52D7-4D86-8DA8-039D603A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088 · risk_switch_plus_pdr.png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9520A-0EFA-4472-86BC-98F8FC70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CD5CE-91B2-4028-8409-5EF8CE38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3FB38-39DF-44E9-888C-27A60544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f78771a0144c4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A6516-07D4-4D02-BEAA-3DA968A5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B90EF-C866-491F-94AA-52952005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6516C-0268-4CD6-AD14-83698219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artifacts/lite_globe/_phase13_merge_work/phase13_seeds_42_results/artifacts/lite_globe/phase13_seeds_42/figures/risk_switch_plus_pdr.png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DDABF-F2CB-4AAA-8964-17587812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C9036-635F-4A51-A9A0-FA2AA148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EBB84-AA74-4DB4-8570-C380D03C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159</a:t>
            </a:r>
          </a:p>
        </p:txBody>
      </p:sp>
    </p:spTree>
    <p:extLst>
      <p:ext uri="{BB962C8B-B14F-4D97-AF65-F5344CB8AC3E}">
        <p14:creationId xmlns:p14="http://schemas.microsoft.com/office/powerpoint/2010/main" val="1607899946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28784-8053-4F24-9944-24013C32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34194-0BD8-4838-8271-BA9CFC50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089 · risk_switch_plus_switch_steps.png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BE77B-716F-4F3B-892A-19875BFA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6F0BF-6721-4C7B-A974-4F167350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D365B-6F4C-4F95-BB2D-7971AB33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0766b90fc414a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0E9B4-329C-4172-BE5F-CA8B9B55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79C98-3C46-4F69-B79F-9F2EED5E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2485C-F2BB-4515-BB89-0B0DEAEB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artifacts/lite_globe/_phase13_merge_work/phase13_seeds_42_results/artifacts/lite_globe/phase13_seeds_42/figures/risk_switch_plus_switch_steps.png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D23C5-0C39-4040-9296-2BF42C1E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843AA-26CE-4206-BCCD-5858EB02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B411E-982D-4BC5-AB4B-1260088B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1572047662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67333-92EC-4CDC-A815-9F6F984E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D7414-717A-4989-A5FC-61B3F46C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090 · risk_switch_plus_delay_p95.png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07BAC-04A3-4C99-B4AE-E8B41279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F5092-32BE-41AA-BBEC-360FB0A7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B873C-F579-4A47-A98D-E96B0FC3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e54e0cafe40c9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08FF3-356F-4BC3-A037-0CE02CB7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33E31-A28D-4280-9FF7-C816B3D1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1538B-1398-4202-8C52-04686FE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artifacts/lite_globe/phase13_merged/figures/risk_switch_plus_delay_p95.png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1240C-302E-4F2C-80C3-30C7C81F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D461D-7597-4806-A577-15879751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ECFE2-574B-4E3B-AC3C-0ADE850C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161</a:t>
            </a:r>
          </a:p>
        </p:txBody>
      </p:sp>
    </p:spTree>
    <p:extLst>
      <p:ext uri="{BB962C8B-B14F-4D97-AF65-F5344CB8AC3E}">
        <p14:creationId xmlns:p14="http://schemas.microsoft.com/office/powerpoint/2010/main" val="1649152703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0CD4E-76F7-4B10-86C8-011C6FDC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AFDE2-702E-413F-886F-0141563F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091 · risk_switch_plus_input_bytes.png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BFF0B-925C-4CA7-B42E-3F934BA0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86DD9-1C4C-4590-BDA5-D012F09D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3AA6F-0F46-440B-8589-6070A2ED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6cd0e964f4d9c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336D0-347F-4C43-A809-8D624FEB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BEB60-3BAE-4F74-AB14-880D44C5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800E9-118E-4051-9D77-3DF3679E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artifacts/lite_globe/phase13_merged/figures/risk_switch_plus_input_bytes.png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56367-F662-4E03-9900-BF40FE75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7F3D7-2431-4FC4-A328-78010C66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427DB-18F3-4329-8697-13383F38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162</a:t>
            </a:r>
          </a:p>
        </p:txBody>
      </p:sp>
    </p:spTree>
    <p:extLst>
      <p:ext uri="{BB962C8B-B14F-4D97-AF65-F5344CB8AC3E}">
        <p14:creationId xmlns:p14="http://schemas.microsoft.com/office/powerpoint/2010/main" val="91195509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914ED-92E2-4F3B-B659-5762F9D5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E8498-5F11-4270-BE78-FB4BA128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092 · risk_switch_plus_pdr.png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347F7-EB32-41C1-83A9-4233C56B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8D5D3-BBAE-4F28-92E9-EC59CADB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186F9-6E2D-4CA1-B2E5-5432CB31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ae3698f174af4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BD79F-B550-42C0-8704-42907656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40E21-4629-4D3D-87D9-0C3E10F9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CF06F-ACD5-442B-BCB8-3C21A8F9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artifacts/lite_globe/phase13_merged/figures/risk_switch_plus_pdr.png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7408B-6B24-4362-B08C-55DB4143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E2E2B-B0B5-4325-A887-1A16F6DB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0895F-E803-44D3-9304-ECEAA603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163</a:t>
            </a:r>
          </a:p>
        </p:txBody>
      </p:sp>
    </p:spTree>
    <p:extLst>
      <p:ext uri="{BB962C8B-B14F-4D97-AF65-F5344CB8AC3E}">
        <p14:creationId xmlns:p14="http://schemas.microsoft.com/office/powerpoint/2010/main" val="59645129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69CFB-B6FC-4160-AD2D-962660C9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BD854-89CF-4727-8EDD-E39E22CB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093 · risk_switch_plus_switch_steps.png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28090-A10E-437F-A222-1C75FA20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C8BE7-350E-4456-AD83-F7A3F17E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1891E-AFA8-4EAB-8520-B70E11C3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958c464e24972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97D09-F1FF-41D4-9277-CF87EFFD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1C14D-5CE0-4B14-A5CE-D455183F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D5997-AEFE-43A4-A9E1-AFB95A31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artifacts/lite_globe/phase13_merged/figures/risk_switch_plus_switch_steps.png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AB590-731B-4768-907A-B1B0E95F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08271-4EF9-4244-931C-B537E416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F217C-5D82-402C-A633-6B6E1D15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164</a:t>
            </a:r>
          </a:p>
        </p:txBody>
      </p:sp>
    </p:spTree>
    <p:extLst>
      <p:ext uri="{BB962C8B-B14F-4D97-AF65-F5344CB8AC3E}">
        <p14:creationId xmlns:p14="http://schemas.microsoft.com/office/powerpoint/2010/main" val="1858010319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5E2DB-3B28-4BEF-9061-D7A1EC75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AF811-4128-465A-90C4-248EC229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094 · latency_p95_variants.png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6C256-8F1D-41F9-A097-AF2EDE90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지연 최적화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7F5EA-A23A-416E-A8C6-87C26DB4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04E98-12C3-4FB1-9E3E-F2C414CD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6504da0534067"/>
          <a:stretch xmlns:a="http://schemas.openxmlformats.org/drawingml/2006/main"/>
        </p:blipFill>
        <p:spPr>
          <a:xfrm xmlns:a="http://schemas.openxmlformats.org/drawingml/2006/main">
            <a:off x="1328737" y="1381125"/>
            <a:ext cx="953452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4400C-2CD4-49A8-9A00-4DC911B0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36786-54DD-4BED-BB16-96CB2762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지연 최적화 · 동일 세션 여부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2590B-51B6-4D17-A40B-D625AF4E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artifacts/switchglobe_latency_optimization/local_five_seed_v2/latency_p95_variants.png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2FBC7-9F51-4A92-BCA0-08382762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67560-6ECF-4502-91FD-1330BFB4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52CC2-8DD7-4D7A-9D5E-0A40C34B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165</a:t>
            </a:r>
          </a:p>
        </p:txBody>
      </p:sp>
    </p:spTree>
    <p:extLst>
      <p:ext uri="{BB962C8B-B14F-4D97-AF65-F5344CB8AC3E}">
        <p14:creationId xmlns:p14="http://schemas.microsoft.com/office/powerpoint/2010/main" val="1361547639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3CFE3-42BC-4F97-8ACD-3C753CE0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0C7B0-2F98-42D7-9228-4C2CC19E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095 · latency_p95_variants.png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5DB1C-018E-44BB-A5C0-6DDE5935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지연 최적화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BA831-22DF-4328-A7A8-A6B7A0A1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690F3-B810-4A83-9FA3-D7E1805A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3eab072d74098"/>
          <a:stretch xmlns:a="http://schemas.openxmlformats.org/drawingml/2006/main"/>
        </p:blipFill>
        <p:spPr>
          <a:xfrm xmlns:a="http://schemas.openxmlformats.org/drawingml/2006/main">
            <a:off x="1328737" y="1381125"/>
            <a:ext cx="953452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52026-2656-4AD8-AB2F-7469F766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41CB0-1249-4706-9B61-7E4E64AA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지연 최적화 · 동일 세션 여부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8628B-0594-4BC4-8BFF-668D7798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artifacts/switchglobe_latency_optimization/local_five_seed/latency_p95_variants.png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8E868-E1B4-4775-9778-831D27AB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31EA2-6902-4146-8894-04C97543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45265-06C9-4B23-90E7-292A01D2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166</a:t>
            </a:r>
          </a:p>
        </p:txBody>
      </p:sp>
    </p:spTree>
    <p:extLst>
      <p:ext uri="{BB962C8B-B14F-4D97-AF65-F5344CB8AC3E}">
        <p14:creationId xmlns:p14="http://schemas.microsoft.com/office/powerpoint/2010/main" val="1665822904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BD285-77DB-49AD-8D66-8038A77E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F5CAE-A3F1-424E-97C4-7FCF3697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096 · latency_p95_variants.png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630B7-9EE8-4ABE-925B-80B0ECA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지연 최적화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9C955-B09D-473F-B845-8CBD618D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05E71-6FE3-4327-90EB-13C54C3B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cf1eabdfb40d5"/>
          <a:stretch xmlns:a="http://schemas.openxmlformats.org/drawingml/2006/main"/>
        </p:blipFill>
        <p:spPr>
          <a:xfrm xmlns:a="http://schemas.openxmlformats.org/drawingml/2006/main">
            <a:off x="1328737" y="1381125"/>
            <a:ext cx="953452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B4287-19A8-4201-ACC8-D63D7E4E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0CF8C-8BC5-47C2-88E3-CEEC6560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지연 최적화 · 동일 세션 여부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B351A-BB92-480B-9B49-F13496C8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artifacts/switchglobe_latency_optimization/local_smoke/latency_p95_variants.png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8F846-1430-4630-A8DA-5223AFE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11DF2-EEFB-4124-90DD-457244E5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CDCBF-D474-4452-ABA1-92D5D8B8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167</a:t>
            </a:r>
          </a:p>
        </p:txBody>
      </p:sp>
    </p:spTree>
    <p:extLst>
      <p:ext uri="{BB962C8B-B14F-4D97-AF65-F5344CB8AC3E}">
        <p14:creationId xmlns:p14="http://schemas.microsoft.com/office/powerpoint/2010/main" val="789325882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314D2-58D5-4D53-8198-AE1D5435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4CC27-D950-420B-B528-75A66A6B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097 · latency_p95_variants.png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61923-99A6-4F61-B506-42A51B23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지연 최적화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B26A7-52DD-4445-9365-879A3C72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01A86-37ED-420C-9AEE-61CE6BD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f59bcbcfc42a6"/>
          <a:stretch xmlns:a="http://schemas.openxmlformats.org/drawingml/2006/main"/>
        </p:blipFill>
        <p:spPr>
          <a:xfrm xmlns:a="http://schemas.openxmlformats.org/drawingml/2006/main">
            <a:off x="1328737" y="1381125"/>
            <a:ext cx="953452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7455F-117A-40FF-AD4B-A20E1C0B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9B7E5-A0A9-462A-A80D-EC9DCCDF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지연 최적화 · 동일 세션 여부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43C38-E779-4E96-BA69-CB14DA2C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artifacts/switchglobe_latency_optimization/step1_review/latency_p95_variants.png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2D585-C119-45A2-9915-50317E11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83AE4-70F5-446A-90A8-9D3F3002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B2534-8129-4D25-91A7-8F1A0CC8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168</a:t>
            </a:r>
          </a:p>
        </p:txBody>
      </p:sp>
    </p:spTree>
    <p:extLst>
      <p:ext uri="{BB962C8B-B14F-4D97-AF65-F5344CB8AC3E}">
        <p14:creationId xmlns:p14="http://schemas.microsoft.com/office/powerpoint/2010/main" val="1732797269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7150C-D7C2-439F-9EE8-533B0D24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02D90-0A4D-444C-A967-276132B1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098 · latency_p95_variants.png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62D28-E5F0-4928-8FFA-92614D81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지연 최적화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5E066-7707-4342-A73A-5B5EFD77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55114-D799-430A-BC58-3AA652AE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7353d82f94f4f"/>
          <a:stretch xmlns:a="http://schemas.openxmlformats.org/drawingml/2006/main"/>
        </p:blipFill>
        <p:spPr>
          <a:xfrm xmlns:a="http://schemas.openxmlformats.org/drawingml/2006/main">
            <a:off x="1328737" y="1381125"/>
            <a:ext cx="953452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2E199-9C4D-48DE-8F5B-D7FE83E5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F3C39-3A9A-4815-9686-F9504D65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지연 최적화 · 동일 세션 여부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7F1D7-3E86-4226-BD88-B893A028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artifacts/switchglobe_latency_optimization/verified_candidate_1_2/latency_p95_variants.png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30232-EC5F-4489-8EAE-B076EC2A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06CD8-AFC2-49DF-A27F-4692B43B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32DE2-5A1F-417F-B387-C8A330E6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169</a:t>
            </a:r>
          </a:p>
        </p:txBody>
      </p:sp>
    </p:spTree>
    <p:extLst>
      <p:ext uri="{BB962C8B-B14F-4D97-AF65-F5344CB8AC3E}">
        <p14:creationId xmlns:p14="http://schemas.microsoft.com/office/powerpoint/2010/main" val="630037467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9596A-C56D-4C7E-86BC-3C0F3BE6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4E66A-0214-402F-B8F2-2B566C07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099 · verified_latency_comparison.png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CB701-3E5A-4EFB-9237-B0BB8FF0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지연 최적화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4D7DF-6F88-4AF9-BEBF-8AFB1DD5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C71DD-8CA3-4AD3-9DA6-6E5427E4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46c9fc4cb47e0"/>
          <a:stretch xmlns:a="http://schemas.openxmlformats.org/drawingml/2006/main"/>
        </p:blipFill>
        <p:spPr>
          <a:xfrm xmlns:a="http://schemas.openxmlformats.org/drawingml/2006/main">
            <a:off x="1368136" y="1381125"/>
            <a:ext cx="9455727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2B2CB-0BB6-4128-9C53-A239B745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216FD-23DB-4274-8B69-FA9F318F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지연 최적화 · 동일 세션 여부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A5444-9292-4D37-87FA-DD2D594E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artifacts/switchglobe_latency_optimization/verified_candidate_1_2/verified_latency_comparison.png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C9E8C-95F9-4ADC-A8AB-2F3F51C0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BA503-1239-43ED-8975-AD9337B4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BD03A-E414-4A83-A19C-65B08072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170</a:t>
            </a:r>
          </a:p>
        </p:txBody>
      </p:sp>
    </p:spTree>
    <p:extLst>
      <p:ext uri="{BB962C8B-B14F-4D97-AF65-F5344CB8AC3E}">
        <p14:creationId xmlns:p14="http://schemas.microsoft.com/office/powerpoint/2010/main" val="1960983147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23F75-146F-44A8-975D-FFF09F32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A68B4-C763-4186-A735-8B1E8102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100 · phase12_delay_p95.png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2EA23-E3D9-4BA0-AA63-5292F948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805D1-5068-4C38-A485-6A74C710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7D7FA-93FB-4104-97D8-1AB1A895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083d7f30d4108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5EE4F-6879-4156-92C8-3D4864AC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8CF8B-60C4-42C0-9BB0-E3882D05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33C9B-940F-4E74-A0CE-89F3207E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submission/mdpi_globe_routing/figures/phase12_delay_p95.png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3C4D0-B04D-46FD-A53A-E108E9BB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73881-6E5E-49FA-980C-26DBD0D0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D66DE-6F86-4168-A7EE-53AC329B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171</a:t>
            </a:r>
          </a:p>
        </p:txBody>
      </p:sp>
    </p:spTree>
    <p:extLst>
      <p:ext uri="{BB962C8B-B14F-4D97-AF65-F5344CB8AC3E}">
        <p14:creationId xmlns:p14="http://schemas.microsoft.com/office/powerpoint/2010/main" val="1582145053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A7437-2E20-4FE5-A203-4E3BF75E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C1796-C0CB-42C1-99B6-DC8BF8B1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101 · phase12_input_bytes.png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BE36C-3E0D-499B-A02F-DC70A204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7AE73-6D15-4FC6-807E-C44EC929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D6F4F-4015-4441-9F13-85BF103D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5624d748f4e9a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BC7B7-8718-48FD-92A6-9945C0A1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02872-2188-46D3-AA62-F8335BE4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68EB2-8B19-4BD4-8A5F-75247100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submission/mdpi_globe_routing/figures/phase12_input_bytes.png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3B648-9F79-4DFB-B5B0-3FB0DE6C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77643-FE0A-4ED4-8D82-5EC0C3BE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E556B-2A5C-4C2A-806F-10665D97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172</a:t>
            </a:r>
          </a:p>
        </p:txBody>
      </p:sp>
    </p:spTree>
    <p:extLst>
      <p:ext uri="{BB962C8B-B14F-4D97-AF65-F5344CB8AC3E}">
        <p14:creationId xmlns:p14="http://schemas.microsoft.com/office/powerpoint/2010/main" val="1593629415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D90BC-2A32-4260-91C7-216F7FA1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A1E64-C252-4E0A-85FE-82D8495C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102 · phase12_pdr.png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98AC0-3C78-415D-BD05-E3827808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466BC-9854-4F65-B66C-8D51ADA3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E1C36-5A18-4376-B1FB-08C565DC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e46c70ebe4751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727A7-0829-4352-BE2A-955AB317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098C4-DA20-4DF1-94E3-0623295D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181EF-ADCF-4892-8A20-FDEB287E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submission/mdpi_globe_routing/figures/phase12_pdr.png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38EAA-7E12-4540-B8D9-56573622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60B6F-A2E0-4729-B187-05A06319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212BF-45DF-497B-9C9D-163DA470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173</a:t>
            </a:r>
          </a:p>
        </p:txBody>
      </p:sp>
    </p:spTree>
    <p:extLst>
      <p:ext uri="{BB962C8B-B14F-4D97-AF65-F5344CB8AC3E}">
        <p14:creationId xmlns:p14="http://schemas.microsoft.com/office/powerpoint/2010/main" val="569896258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2DAEC-88EF-4099-9C99-583CB801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DB38F-005F-4FAB-9529-74BA15D3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103 · method_overview.png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DC077-BBE2-4B9B-8D01-D0EA338C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69F04-97DD-4FEC-82E2-F4C48DCC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CEF05-E8BD-4C37-8669-2593C27B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5b5ca7d6c4c36"/>
          <a:stretch xmlns:a="http://schemas.openxmlformats.org/drawingml/2006/main"/>
        </p:blipFill>
        <p:spPr>
          <a:xfrm xmlns:a="http://schemas.openxmlformats.org/drawingml/2006/main">
            <a:off x="4535805" y="1381125"/>
            <a:ext cx="3120390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FE33B-E346-423F-A6FB-CCE7E97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3FE69-034E-4804-BCB0-F03976AE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E8EF9-D611-424C-9509-BB4CF873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deliverables/.build/source_main/paper/archive/v1_english_phase12/figures/method_overview.png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3DEE0-86AB-42D3-93D6-D8927209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DD5BC-1967-4779-930B-9558F29D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8BBE2-543C-4B15-BD11-3085840F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174</a:t>
            </a:r>
          </a:p>
        </p:txBody>
      </p:sp>
    </p:spTree>
    <p:extLst>
      <p:ext uri="{BB962C8B-B14F-4D97-AF65-F5344CB8AC3E}">
        <p14:creationId xmlns:p14="http://schemas.microsoft.com/office/powerpoint/2010/main" val="1380810329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89842-CC4D-466C-BA21-6531B7BF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2018C-9F01-4A55-AB45-6CE86997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104 · phase10_external_rl_pdr.png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7691B-4E0E-4215-8320-35065BE7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31C8F-8278-4FDB-BF77-11E9D04A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4C530-8ECC-4D7C-A3F8-425E6076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a5585185646dc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6BB00-7138-4CAD-98C3-ADDAD899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F22BD-1FE8-4EA4-8809-00FECE7C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96BF8-06C0-4B36-ADEF-7BBD62EA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deliverables/.build/source_main/presentations/final/figures/phase10_external_rl_pdr.png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37618-FD8A-4F88-AF2C-C2D698D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6EDDD-CC87-4BA5-952D-C92952E4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E5A19-96AC-455A-9342-699ED04B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175</a:t>
            </a:r>
          </a:p>
        </p:txBody>
      </p:sp>
    </p:spTree>
    <p:extLst>
      <p:ext uri="{BB962C8B-B14F-4D97-AF65-F5344CB8AC3E}">
        <p14:creationId xmlns:p14="http://schemas.microsoft.com/office/powerpoint/2010/main" val="85364461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625E1-1CCE-4AD4-9BE9-DC6B7FEB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2E230-B639-4B49-9FF9-140104A6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105 · phase13_smoke_switch_steps.png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52AD9-6393-4D03-8C55-56595731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CDC4E-1B3C-43A6-BEB6-F73E49EF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82578-79F7-42FB-B908-B232E27C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6543a191d408b"/>
          <a:stretch xmlns:a="http://schemas.openxmlformats.org/drawingml/2006/main"/>
        </p:blipFill>
        <p:spPr>
          <a:xfrm xmlns:a="http://schemas.openxmlformats.org/drawingml/2006/main">
            <a:off x="1039812" y="1381125"/>
            <a:ext cx="101123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371F3-06C7-41E4-B7E5-926CA228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AE5C3-AB27-450B-A3F2-6D621CCD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13AB3-46D6-4F5D-A79A-2C8A01F4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deliverables/.build/source_main/presentations/final/figures/phase13_smoke_switch_steps.png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8DBCF-7908-4F52-849B-55253263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9EB9E-C2F3-4240-A9C0-14E3EA7B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A6762-698C-472C-89B5-A6B6C8B4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176</a:t>
            </a:r>
          </a:p>
        </p:txBody>
      </p:sp>
    </p:spTree>
    <p:extLst>
      <p:ext uri="{BB962C8B-B14F-4D97-AF65-F5344CB8AC3E}">
        <p14:creationId xmlns:p14="http://schemas.microsoft.com/office/powerpoint/2010/main" val="2067922519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A4931-46EE-4C08-9FA1-C6229F52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62E24-9B1A-4EAF-884A-3316748B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106 · phase9_component_ablation.png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30F98-242C-4063-97DD-545096BE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79556-1E19-4BB3-BCC2-2AE82E65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A3093-BB62-425A-8455-000F52A4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4b4656bf0428a"/>
          <a:stretch xmlns:a="http://schemas.openxmlformats.org/drawingml/2006/main"/>
        </p:blipFill>
        <p:spPr>
          <a:xfrm xmlns:a="http://schemas.openxmlformats.org/drawingml/2006/main">
            <a:off x="1067476" y="1381125"/>
            <a:ext cx="10057049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88C18-6E1F-4879-8152-FF9BF1C0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7D5F3-AF4F-44BF-9738-6829C458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73AB1-4F50-482C-BFDB-2261D49A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deliverables/.build/source_main/presentations/final/figures/phase9_component_ablation.png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25EF6-1028-4FDF-BEB6-51D40733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E05CA-697A-42BC-A112-23AFC09C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E414F-F700-4AC1-BEBA-E84DB1E7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177</a:t>
            </a:r>
          </a:p>
        </p:txBody>
      </p:sp>
    </p:spTree>
    <p:extLst>
      <p:ext uri="{BB962C8B-B14F-4D97-AF65-F5344CB8AC3E}">
        <p14:creationId xmlns:p14="http://schemas.microsoft.com/office/powerpoint/2010/main" val="1732636977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C6F22-3007-42DB-8C63-797E0ECE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1F5EE-B115-425E-8EF0-401655F4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 i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Figure 107 · phase9_scalability_uav_count.png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3AB88-9DA8-4063-AD46-A47309B0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1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역사/원고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52662-F10C-4DA5-A0CC-C9494006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BEF92-3D7D-4B81-AFFD-098206B2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444817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2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c267361974873"/>
          <a:stretch xmlns:a="http://schemas.openxmlformats.org/drawingml/2006/main"/>
        </p:blipFill>
        <p:spPr>
          <a:xfrm xmlns:a="http://schemas.openxmlformats.org/drawingml/2006/main">
            <a:off x="666750" y="1987560"/>
            <a:ext cx="10858500" cy="312100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AF5A2-FEC7-4B47-A32E-2EAC2102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0" cy="3619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F4B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10F05-C60B-4C89-8C9C-B81FE745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 i="0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역사/원고 · 현재 최종값과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AA4D9-1397-4466-8562-0AE7B122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750" b="0" i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deliverables/.build/source_main/presentations/final/figures/phase9_scalability_uav_count.png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0C1CF-95B1-4681-A2C5-82F10859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88157-51AA-485C-AC5A-8A5235DF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APPENDIX · ONE FIGURE PER SLIDE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31B7C-943D-435B-8BEA-A37B0436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675" b="0" i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178</a:t>
            </a:r>
          </a:p>
        </p:txBody>
      </p:sp>
    </p:spTree>
    <p:extLst>
      <p:ext uri="{BB962C8B-B14F-4D97-AF65-F5344CB8AC3E}">
        <p14:creationId xmlns:p14="http://schemas.microsoft.com/office/powerpoint/2010/main" val="2002999509"/>
      </p:ext>
    </p:extLst>
  </p:cSld>
</p:sld>
</file>

<file path=ppt/theme/theme1.xml><?xml version="1.0" encoding="utf-8"?>
<a:theme xmlns:a="http://schemas.openxmlformats.org/drawingml/2006/main" name="ChatGPT">
  <a:themeElements>
    <a:clrScheme name="SwitchGLOBE Lab Academic">
      <a:dk1>
        <a:srgbClr val="000000"/>
      </a:dk1>
      <a:lt1>
        <a:srgbClr val="FFFFFF"/>
      </a:lt1>
      <a:dk2>
        <a:srgbClr val="123B5D"/>
      </a:dk2>
      <a:lt2>
        <a:srgbClr val="D9E2EA"/>
      </a:lt2>
      <a:accent1>
        <a:srgbClr val="2E74B5"/>
      </a:accent1>
      <a:accent2>
        <a:srgbClr val="288DA4"/>
      </a:accent2>
      <a:accent3>
        <a:srgbClr val="A66000"/>
      </a:accent3>
      <a:accent4>
        <a:srgbClr val="A93A32"/>
      </a:accent4>
      <a:accent5>
        <a:srgbClr val="5F4B8B"/>
      </a:accent5>
      <a:accent6>
        <a:srgbClr val="177B57"/>
      </a:accent6>
      <a:hlink>
        <a:srgbClr val="2E74B5"/>
      </a:hlink>
      <a:folHlink>
        <a:srgbClr val="5F4B8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witchGLOBE Lab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2026-09-04T08:23:53.5510000Z</dcterms:created>
  <dcterms:modified xsi:type="dcterms:W3CDTF">2026-09-04T08:23:53.5510000Z</dcterms:modified>
</coreProperties>
</file>