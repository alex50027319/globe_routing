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547589966e43f9" /><Relationship Type="http://schemas.openxmlformats.org/officeDocument/2006/relationships/extended-properties" Target="/docProps/app.xml" Id="Ra21741c4586a4245" /><Relationship Type="http://schemas.openxmlformats.org/officeDocument/2006/relationships/officeDocument" Target="/ppt/presentation.xml" Id="R1a695fd46090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b015c5920245e4"/>
  </p:sldMasterIdLst>
  <p:notesMasterIdLst>
    <p:notesMasterId xmlns:r="http://schemas.openxmlformats.org/officeDocument/2006/relationships" r:id="Ra938973147cc48d8"/>
  </p:notesMasterIdLst>
  <p:sldIdLst>
    <p:sldId xmlns:r="http://schemas.openxmlformats.org/officeDocument/2006/relationships" id="256" r:id="R7dc58f852833493b"/>
    <p:sldId xmlns:r="http://schemas.openxmlformats.org/officeDocument/2006/relationships" id="257" r:id="R4251b04d8ab3483a"/>
    <p:sldId xmlns:r="http://schemas.openxmlformats.org/officeDocument/2006/relationships" id="258" r:id="R8b74aca2a4454ab3"/>
    <p:sldId xmlns:r="http://schemas.openxmlformats.org/officeDocument/2006/relationships" id="259" r:id="R30e2f2f250374ce6"/>
    <p:sldId xmlns:r="http://schemas.openxmlformats.org/officeDocument/2006/relationships" id="260" r:id="Rbdc9790c91414064"/>
    <p:sldId xmlns:r="http://schemas.openxmlformats.org/officeDocument/2006/relationships" id="261" r:id="Rf3a4bda2cbc44b9c"/>
    <p:sldId xmlns:r="http://schemas.openxmlformats.org/officeDocument/2006/relationships" id="262" r:id="R3a5e724c61214fbf"/>
    <p:sldId xmlns:r="http://schemas.openxmlformats.org/officeDocument/2006/relationships" id="263" r:id="R184b86bb7d174a47"/>
    <p:sldId xmlns:r="http://schemas.openxmlformats.org/officeDocument/2006/relationships" id="264" r:id="Re7f837bffab147b5"/>
    <p:sldId xmlns:r="http://schemas.openxmlformats.org/officeDocument/2006/relationships" id="265" r:id="Rab4011edd5a04b28"/>
    <p:sldId xmlns:r="http://schemas.openxmlformats.org/officeDocument/2006/relationships" id="266" r:id="R71f6cc5118704c38"/>
    <p:sldId xmlns:r="http://schemas.openxmlformats.org/officeDocument/2006/relationships" id="267" r:id="R81a752c4f7694dcd"/>
    <p:sldId xmlns:r="http://schemas.openxmlformats.org/officeDocument/2006/relationships" id="268" r:id="Re20a51fc3d0349b0"/>
    <p:sldId xmlns:r="http://schemas.openxmlformats.org/officeDocument/2006/relationships" id="269" r:id="R364e0544a0194822"/>
    <p:sldId xmlns:r="http://schemas.openxmlformats.org/officeDocument/2006/relationships" id="270" r:id="Rf80f52861f84430b"/>
    <p:sldId xmlns:r="http://schemas.openxmlformats.org/officeDocument/2006/relationships" id="271" r:id="R9fa0c4386a2f4ac4"/>
    <p:sldId xmlns:r="http://schemas.openxmlformats.org/officeDocument/2006/relationships" id="272" r:id="R6fa5911e31d24912"/>
    <p:sldId xmlns:r="http://schemas.openxmlformats.org/officeDocument/2006/relationships" id="273" r:id="R28185b556b4444cc"/>
    <p:sldId xmlns:r="http://schemas.openxmlformats.org/officeDocument/2006/relationships" id="274" r:id="R3c8a84239d3649a5"/>
    <p:sldId xmlns:r="http://schemas.openxmlformats.org/officeDocument/2006/relationships" id="275" r:id="R38ca9736ca744592"/>
    <p:sldId xmlns:r="http://schemas.openxmlformats.org/officeDocument/2006/relationships" id="276" r:id="Rc09c8b1a2f914117"/>
    <p:sldId xmlns:r="http://schemas.openxmlformats.org/officeDocument/2006/relationships" id="277" r:id="Ra5bb6528ff1c42b7"/>
    <p:sldId xmlns:r="http://schemas.openxmlformats.org/officeDocument/2006/relationships" id="278" r:id="R6d111815233642a3"/>
    <p:sldId xmlns:r="http://schemas.openxmlformats.org/officeDocument/2006/relationships" id="279" r:id="R031aa43769944460"/>
    <p:sldId xmlns:r="http://schemas.openxmlformats.org/officeDocument/2006/relationships" id="280" r:id="Rcab42c6963bd4b73"/>
    <p:sldId xmlns:r="http://schemas.openxmlformats.org/officeDocument/2006/relationships" id="281" r:id="Re523bf86adf246f6"/>
    <p:sldId xmlns:r="http://schemas.openxmlformats.org/officeDocument/2006/relationships" id="282" r:id="R3f3430e5ae6f482e"/>
    <p:sldId xmlns:r="http://schemas.openxmlformats.org/officeDocument/2006/relationships" id="283" r:id="Rf686b2e2a34347dd"/>
    <p:sldId xmlns:r="http://schemas.openxmlformats.org/officeDocument/2006/relationships" id="284" r:id="Red6855ac194e445b"/>
    <p:sldId xmlns:r="http://schemas.openxmlformats.org/officeDocument/2006/relationships" id="285" r:id="Rc78f6b10cfb0432f"/>
    <p:sldId xmlns:r="http://schemas.openxmlformats.org/officeDocument/2006/relationships" id="286" r:id="Raa84de43dc7f4680"/>
    <p:sldId xmlns:r="http://schemas.openxmlformats.org/officeDocument/2006/relationships" id="287" r:id="R8b5b04fd68264711"/>
    <p:sldId xmlns:r="http://schemas.openxmlformats.org/officeDocument/2006/relationships" id="288" r:id="R288d0c3875fd459a"/>
    <p:sldId xmlns:r="http://schemas.openxmlformats.org/officeDocument/2006/relationships" id="289" r:id="Ree908b7808ff4743"/>
    <p:sldId xmlns:r="http://schemas.openxmlformats.org/officeDocument/2006/relationships" id="290" r:id="Rfba6da6b465c4919"/>
    <p:sldId xmlns:r="http://schemas.openxmlformats.org/officeDocument/2006/relationships" id="291" r:id="R1bf0812ed70c496e"/>
    <p:sldId xmlns:r="http://schemas.openxmlformats.org/officeDocument/2006/relationships" id="292" r:id="R82a0a0ea78074bd4"/>
    <p:sldId xmlns:r="http://schemas.openxmlformats.org/officeDocument/2006/relationships" id="293" r:id="R195513ed8f084ec3"/>
    <p:sldId xmlns:r="http://schemas.openxmlformats.org/officeDocument/2006/relationships" id="294" r:id="R402987a727a64f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326d38bb448d6" /><Relationship Type="http://schemas.openxmlformats.org/officeDocument/2006/relationships/slideMaster" Target="/ppt/slideMasters/slideMaster1.xml" Id="Re6b015c5920245e4" /><Relationship Type="http://schemas.openxmlformats.org/officeDocument/2006/relationships/notesMaster" Target="/ppt/notesMasters/notesMaster1.xml" Id="Ra938973147cc48d8" /><Relationship Type="http://schemas.openxmlformats.org/officeDocument/2006/relationships/presProps" Target="/ppt/presProps.xml" Id="R2f659468ee88432a" /><Relationship Type="http://schemas.openxmlformats.org/officeDocument/2006/relationships/tableStyles" Target="/ppt/tableStyles.xml" Id="Rf3e93fed3df044c5" /><Relationship Type="http://schemas.openxmlformats.org/officeDocument/2006/relationships/slide" Target="/ppt/slides/slide1.xml" Id="R7dc58f852833493b" /><Relationship Type="http://schemas.openxmlformats.org/officeDocument/2006/relationships/slide" Target="/ppt/slides/slide2.xml" Id="R4251b04d8ab3483a" /><Relationship Type="http://schemas.openxmlformats.org/officeDocument/2006/relationships/slide" Target="/ppt/slides/slide3.xml" Id="R8b74aca2a4454ab3" /><Relationship Type="http://schemas.openxmlformats.org/officeDocument/2006/relationships/slide" Target="/ppt/slides/slide4.xml" Id="R30e2f2f250374ce6" /><Relationship Type="http://schemas.openxmlformats.org/officeDocument/2006/relationships/slide" Target="/ppt/slides/slide5.xml" Id="Rbdc9790c91414064" /><Relationship Type="http://schemas.openxmlformats.org/officeDocument/2006/relationships/slide" Target="/ppt/slides/slide6.xml" Id="Rf3a4bda2cbc44b9c" /><Relationship Type="http://schemas.openxmlformats.org/officeDocument/2006/relationships/slide" Target="/ppt/slides/slide7.xml" Id="R3a5e724c61214fbf" /><Relationship Type="http://schemas.openxmlformats.org/officeDocument/2006/relationships/slide" Target="/ppt/slides/slide8.xml" Id="R184b86bb7d174a47" /><Relationship Type="http://schemas.openxmlformats.org/officeDocument/2006/relationships/slide" Target="/ppt/slides/slide9.xml" Id="Re7f837bffab147b5" /><Relationship Type="http://schemas.openxmlformats.org/officeDocument/2006/relationships/slide" Target="/ppt/slides/slide10.xml" Id="Rab4011edd5a04b28" /><Relationship Type="http://schemas.openxmlformats.org/officeDocument/2006/relationships/slide" Target="/ppt/slides/slide11.xml" Id="R71f6cc5118704c38" /><Relationship Type="http://schemas.openxmlformats.org/officeDocument/2006/relationships/slide" Target="/ppt/slides/slide12.xml" Id="R81a752c4f7694dcd" /><Relationship Type="http://schemas.openxmlformats.org/officeDocument/2006/relationships/slide" Target="/ppt/slides/slide13.xml" Id="Re20a51fc3d0349b0" /><Relationship Type="http://schemas.openxmlformats.org/officeDocument/2006/relationships/slide" Target="/ppt/slides/slide14.xml" Id="R364e0544a0194822" /><Relationship Type="http://schemas.openxmlformats.org/officeDocument/2006/relationships/slide" Target="/ppt/slides/slide15.xml" Id="Rf80f52861f84430b" /><Relationship Type="http://schemas.openxmlformats.org/officeDocument/2006/relationships/slide" Target="/ppt/slides/slide16.xml" Id="R9fa0c4386a2f4ac4" /><Relationship Type="http://schemas.openxmlformats.org/officeDocument/2006/relationships/slide" Target="/ppt/slides/slide17.xml" Id="R6fa5911e31d24912" /><Relationship Type="http://schemas.openxmlformats.org/officeDocument/2006/relationships/slide" Target="/ppt/slides/slide18.xml" Id="R28185b556b4444cc" /><Relationship Type="http://schemas.openxmlformats.org/officeDocument/2006/relationships/slide" Target="/ppt/slides/slide19.xml" Id="R3c8a84239d3649a5" /><Relationship Type="http://schemas.openxmlformats.org/officeDocument/2006/relationships/slide" Target="/ppt/slides/slide20.xml" Id="R38ca9736ca744592" /><Relationship Type="http://schemas.openxmlformats.org/officeDocument/2006/relationships/slide" Target="/ppt/slides/slide21.xml" Id="Rc09c8b1a2f914117" /><Relationship Type="http://schemas.openxmlformats.org/officeDocument/2006/relationships/slide" Target="/ppt/slides/slide22.xml" Id="Ra5bb6528ff1c42b7" /><Relationship Type="http://schemas.openxmlformats.org/officeDocument/2006/relationships/slide" Target="/ppt/slides/slide23.xml" Id="R6d111815233642a3" /><Relationship Type="http://schemas.openxmlformats.org/officeDocument/2006/relationships/slide" Target="/ppt/slides/slide24.xml" Id="R031aa43769944460" /><Relationship Type="http://schemas.openxmlformats.org/officeDocument/2006/relationships/slide" Target="/ppt/slides/slide25.xml" Id="Rcab42c6963bd4b73" /><Relationship Type="http://schemas.openxmlformats.org/officeDocument/2006/relationships/slide" Target="/ppt/slides/slide26.xml" Id="Re523bf86adf246f6" /><Relationship Type="http://schemas.openxmlformats.org/officeDocument/2006/relationships/slide" Target="/ppt/slides/slide27.xml" Id="R3f3430e5ae6f482e" /><Relationship Type="http://schemas.openxmlformats.org/officeDocument/2006/relationships/slide" Target="/ppt/slides/slide28.xml" Id="Rf686b2e2a34347dd" /><Relationship Type="http://schemas.openxmlformats.org/officeDocument/2006/relationships/slide" Target="/ppt/slides/slide29.xml" Id="Red6855ac194e445b" /><Relationship Type="http://schemas.openxmlformats.org/officeDocument/2006/relationships/slide" Target="/ppt/slides/slide30.xml" Id="Rc78f6b10cfb0432f" /><Relationship Type="http://schemas.openxmlformats.org/officeDocument/2006/relationships/slide" Target="/ppt/slides/slide31.xml" Id="Raa84de43dc7f4680" /><Relationship Type="http://schemas.openxmlformats.org/officeDocument/2006/relationships/slide" Target="/ppt/slides/slide32.xml" Id="R8b5b04fd68264711" /><Relationship Type="http://schemas.openxmlformats.org/officeDocument/2006/relationships/slide" Target="/ppt/slides/slide33.xml" Id="R288d0c3875fd459a" /><Relationship Type="http://schemas.openxmlformats.org/officeDocument/2006/relationships/slide" Target="/ppt/slides/slide34.xml" Id="Ree908b7808ff4743" /><Relationship Type="http://schemas.openxmlformats.org/officeDocument/2006/relationships/slide" Target="/ppt/slides/slide35.xml" Id="Rfba6da6b465c4919" /><Relationship Type="http://schemas.openxmlformats.org/officeDocument/2006/relationships/slide" Target="/ppt/slides/slide36.xml" Id="R1bf0812ed70c496e" /><Relationship Type="http://schemas.openxmlformats.org/officeDocument/2006/relationships/slide" Target="/ppt/slides/slide37.xml" Id="R82a0a0ea78074bd4" /><Relationship Type="http://schemas.openxmlformats.org/officeDocument/2006/relationships/slide" Target="/ppt/slides/slide38.xml" Id="R195513ed8f084ec3" /><Relationship Type="http://schemas.openxmlformats.org/officeDocument/2006/relationships/slide" Target="/ppt/slides/slide39.xml" Id="R402987a727a6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b3ec89a19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witchGLOBE Grid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AA7B8"/>
      </a:accent2>
      <a:accent3>
        <a:srgbClr val="F0A202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7ca177d17c4733" /><Relationship Type="http://schemas.openxmlformats.org/officeDocument/2006/relationships/notesMaster" Target="/ppt/notesMasters/notesMaster1.xml" Id="R4ab49a9588dc48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9d9cfdb7e94b50" /><Relationship Type="http://schemas.openxmlformats.org/officeDocument/2006/relationships/notesMaster" Target="/ppt/notesMasters/notesMaster1.xml" Id="R1d8ff8582fe04b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727459359d4d68" /><Relationship Type="http://schemas.openxmlformats.org/officeDocument/2006/relationships/notesMaster" Target="/ppt/notesMasters/notesMaster1.xml" Id="Rca1c1aea218341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99037999f400c" /><Relationship Type="http://schemas.openxmlformats.org/officeDocument/2006/relationships/notesMaster" Target="/ppt/notesMasters/notesMaster1.xml" Id="R95e31d56b7cf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7fd79252d449cd" /><Relationship Type="http://schemas.openxmlformats.org/officeDocument/2006/relationships/notesMaster" Target="/ppt/notesMasters/notesMaster1.xml" Id="Re835808b2df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cac77732f146f8" /><Relationship Type="http://schemas.openxmlformats.org/officeDocument/2006/relationships/notesMaster" Target="/ppt/notesMasters/notesMaster1.xml" Id="Rce5ad090108e44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bc90f40fe44a70" /><Relationship Type="http://schemas.openxmlformats.org/officeDocument/2006/relationships/notesMaster" Target="/ppt/notesMasters/notesMaster1.xml" Id="R2b645985750b4e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7db41cf274ce9" /><Relationship Type="http://schemas.openxmlformats.org/officeDocument/2006/relationships/notesMaster" Target="/ppt/notesMasters/notesMaster1.xml" Id="R63c184d2bd164b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58fec705e94c6e" /><Relationship Type="http://schemas.openxmlformats.org/officeDocument/2006/relationships/notesMaster" Target="/ppt/notesMasters/notesMaster1.xml" Id="Rabc519f8cae540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08c53484314781" /><Relationship Type="http://schemas.openxmlformats.org/officeDocument/2006/relationships/notesMaster" Target="/ppt/notesMasters/notesMaster1.xml" Id="Rd149c9bd46e348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27e76d755c4b9b" /><Relationship Type="http://schemas.openxmlformats.org/officeDocument/2006/relationships/notesMaster" Target="/ppt/notesMasters/notesMaster1.xml" Id="Rfc2ad6d4e68d45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8c0f26f1d94c52" /><Relationship Type="http://schemas.openxmlformats.org/officeDocument/2006/relationships/notesMaster" Target="/ppt/notesMasters/notesMaster1.xml" Id="Rcc09610d7e3d49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feeb8b94304c21" /><Relationship Type="http://schemas.openxmlformats.org/officeDocument/2006/relationships/notesMaster" Target="/ppt/notesMasters/notesMaster1.xml" Id="R439e64f3fa854c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5dce6966334c9f" /><Relationship Type="http://schemas.openxmlformats.org/officeDocument/2006/relationships/notesMaster" Target="/ppt/notesMasters/notesMaster1.xml" Id="Rb58f9ed35dab43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f27b11eafc4d4d" /><Relationship Type="http://schemas.openxmlformats.org/officeDocument/2006/relationships/notesMaster" Target="/ppt/notesMasters/notesMaster1.xml" Id="Ra27293049d204f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db3aeb9e8b4217" /><Relationship Type="http://schemas.openxmlformats.org/officeDocument/2006/relationships/notesMaster" Target="/ppt/notesMasters/notesMaster1.xml" Id="Rb14d99cc0c8d4f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e03f72138e4d4b" /><Relationship Type="http://schemas.openxmlformats.org/officeDocument/2006/relationships/notesMaster" Target="/ppt/notesMasters/notesMaster1.xml" Id="R9c12637945aa45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a7639451c84e4a" /><Relationship Type="http://schemas.openxmlformats.org/officeDocument/2006/relationships/notesMaster" Target="/ppt/notesMasters/notesMaster1.xml" Id="R387da341195c46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0b64a7e6b14ec3" /><Relationship Type="http://schemas.openxmlformats.org/officeDocument/2006/relationships/notesMaster" Target="/ppt/notesMasters/notesMaster1.xml" Id="R45936c2f852144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11c9c9175042cc" /><Relationship Type="http://schemas.openxmlformats.org/officeDocument/2006/relationships/notesMaster" Target="/ppt/notesMasters/notesMaster1.xml" Id="R5f210d29df5547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b68bea455a4767" /><Relationship Type="http://schemas.openxmlformats.org/officeDocument/2006/relationships/notesMaster" Target="/ppt/notesMasters/notesMaster1.xml" Id="Ra8b065d3ede740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681da9548d4835" /><Relationship Type="http://schemas.openxmlformats.org/officeDocument/2006/relationships/notesMaster" Target="/ppt/notesMasters/notesMaster1.xml" Id="R3da0c8fe8e2c48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03e5c9ca5b4558" /><Relationship Type="http://schemas.openxmlformats.org/officeDocument/2006/relationships/notesMaster" Target="/ppt/notesMasters/notesMaster1.xml" Id="Rf163e458e30a4b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833e191b5c4314" /><Relationship Type="http://schemas.openxmlformats.org/officeDocument/2006/relationships/notesMaster" Target="/ppt/notesMasters/notesMaster1.xml" Id="R9a1970ad8d9f4ec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db164c5e094825" /><Relationship Type="http://schemas.openxmlformats.org/officeDocument/2006/relationships/notesMaster" Target="/ppt/notesMasters/notesMaster1.xml" Id="Rc4e3d714f62343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4b15cd4eec84605" /><Relationship Type="http://schemas.openxmlformats.org/officeDocument/2006/relationships/notesMaster" Target="/ppt/notesMasters/notesMaster1.xml" Id="Rdd279d570f0c4a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9fd50e28704a6e" /><Relationship Type="http://schemas.openxmlformats.org/officeDocument/2006/relationships/notesMaster" Target="/ppt/notesMasters/notesMaster1.xml" Id="R6aa46cbb0d5f486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919dafee474db7" /><Relationship Type="http://schemas.openxmlformats.org/officeDocument/2006/relationships/notesMaster" Target="/ppt/notesMasters/notesMaster1.xml" Id="R063c0297108942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0e086072744a74" /><Relationship Type="http://schemas.openxmlformats.org/officeDocument/2006/relationships/notesMaster" Target="/ppt/notesMasters/notesMaster1.xml" Id="Rf49c87503d3c46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c2bb3694c44862" /><Relationship Type="http://schemas.openxmlformats.org/officeDocument/2006/relationships/notesMaster" Target="/ppt/notesMasters/notesMaster1.xml" Id="R9487e5fb161c4f4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9dcb63e501c4b61" /><Relationship Type="http://schemas.openxmlformats.org/officeDocument/2006/relationships/notesMaster" Target="/ppt/notesMasters/notesMaster1.xml" Id="R8bdb873d883b4c7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26eb03fa954afb" /><Relationship Type="http://schemas.openxmlformats.org/officeDocument/2006/relationships/notesMaster" Target="/ppt/notesMasters/notesMaster1.xml" Id="R2cd59c63ce5547b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62bb1f01e224258" /><Relationship Type="http://schemas.openxmlformats.org/officeDocument/2006/relationships/notesMaster" Target="/ppt/notesMasters/notesMaster1.xml" Id="Rf612c95907854f9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ddba903e84c4fa0" /><Relationship Type="http://schemas.openxmlformats.org/officeDocument/2006/relationships/notesMaster" Target="/ppt/notesMasters/notesMaster1.xml" Id="Re11592de1fcf433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ffc7690f88a4fd2" /><Relationship Type="http://schemas.openxmlformats.org/officeDocument/2006/relationships/notesMaster" Target="/ppt/notesMasters/notesMaster1.xml" Id="Rf63ecaa833bb49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96524680a7a46d1" /><Relationship Type="http://schemas.openxmlformats.org/officeDocument/2006/relationships/notesMaster" Target="/ppt/notesMasters/notesMaster1.xml" Id="Rb8505e6adf204cd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c198c41f1c4e84" /><Relationship Type="http://schemas.openxmlformats.org/officeDocument/2006/relationships/notesMaster" Target="/ppt/notesMasters/notesMaster1.xml" Id="R2fa397302a3c42a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a80c314e21a40bc" /><Relationship Type="http://schemas.openxmlformats.org/officeDocument/2006/relationships/notesMaster" Target="/ppt/notesMasters/notesMaster1.xml" Id="Re5e9a606ad81484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68f709677e1468f" /><Relationship Type="http://schemas.openxmlformats.org/officeDocument/2006/relationships/notesMaster" Target="/ppt/notesMasters/notesMaster1.xml" Id="R3ebe1baa90e6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artifacts/final_paper_simulation/synthesis/combined_comparison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artifacts/final_paper_simulation/synthesis/combined_comparison/tables/combined_comparison.md</a:t>
            </a:r>
          </a:p>
          <a:p xmlns:a="http://schemas.openxmlformats.org/drawingml/2006/main">
            <a:r>
              <a:t>- artifacts/final_paper_simulation/full/final_latency_verified</a:t>
            </a:r>
          </a:p>
          <a:p xmlns:a="http://schemas.openxmlformats.org/drawingml/2006/main">
            <a:r>
              <a:t>- artifacts/external_comparison_analysis/README.md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 --reverse</a:t>
            </a:r>
          </a:p>
          <a:p xmlns:a="http://schemas.openxmlformats.org/drawingml/2006/main">
            <a:r>
              <a:t>- initial commit c7f60ed</a:t>
            </a:r>
          </a:p>
          <a:p xmlns:a="http://schemas.openxmlformats.org/drawingml/2006/main">
            <a:r>
              <a:t>- repository zero-byte notes inspection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initial README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.claude/context/method-lineage.md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ResearchAIWorkspace/lite_globe phase 1-4 source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c7f60ed</a:t>
            </a:r>
          </a:p>
          <a:p xmlns:a="http://schemas.openxmlformats.org/drawingml/2006/main">
            <a:r>
              <a:t>- initial README phase 1-4</a:t>
            </a:r>
          </a:p>
          <a:p xmlns:a="http://schemas.openxmlformats.org/drawingml/2006/main">
            <a:r>
              <a:t>- ResearchAIWorkspace/lite_globe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initial README phase 5-8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current policy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initial README phase 9-12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- current RiskSwitchLiteGlobePStudentPolicy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 --reverse</a:t>
            </a:r>
          </a:p>
          <a:p xmlns:a="http://schemas.openxmlformats.org/drawingml/2006/main">
            <a:r>
              <a:t>- branch tips at 2026-09-03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paper/archive/v1_english_phase12/figures/method_overview_pub_preview.png from main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- current source</a:t>
            </a:r>
          </a:p>
          <a:p xmlns:a="http://schemas.openxmlformats.org/drawingml/2006/main">
            <a:r>
              <a:t>- phase12 calibration config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.claude/context/method-lineage.md</a:t>
            </a:r>
          </a:p>
          <a:p xmlns:a="http://schemas.openxmlformats.org/drawingml/2006/main">
            <a:r>
              <a:t>- current policy class RiskSwitchLiteGlobePStudentPolicy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2 local student source</a:t>
            </a:r>
          </a:p>
          <a:p xmlns:a="http://schemas.openxmlformats.org/drawingml/2006/main">
            <a:r>
              <a:t>- phase 7 no-node-ID constraints</a:t>
            </a:r>
          </a:p>
          <a:p xmlns:a="http://schemas.openxmlformats.org/drawingml/2006/main">
            <a:r>
              <a:t>- current environment/action mask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4 distillation source</a:t>
            </a:r>
          </a:p>
          <a:p xmlns:a="http://schemas.openxmlformats.org/drawingml/2006/main">
            <a:r>
              <a:t>- phase 8 mixed data config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8/11 source</a:t>
            </a:r>
          </a:p>
          <a:p xmlns:a="http://schemas.openxmlformats.org/drawingml/2006/main">
            <a:r>
              <a:t>- current phase12 config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RiskSwitchLiteGlobePStudentPolicy</a:t>
            </a:r>
          </a:p>
          <a:p xmlns:a="http://schemas.openxmlformats.org/drawingml/2006/main">
            <a:r>
              <a:t>- phase12 default calibration config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policy switch logic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</a:t>
            </a:r>
          </a:p>
          <a:p xmlns:a="http://schemas.openxmlformats.org/drawingml/2006/main">
            <a:r>
              <a:t>- artifacts/external_comparison_analysis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</a:t>
            </a:r>
          </a:p>
          <a:p xmlns:a="http://schemas.openxmlformats.org/drawingml/2006/main">
            <a:r>
              <a:t>- combined comparison manifest</a:t>
            </a:r>
          </a:p>
          <a:p xmlns:a="http://schemas.openxmlformats.org/drawingml/2006/main">
            <a:r>
              <a:t>- validation logs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combined_comparison.md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artifacts/final_paper_simulation/synthesis/combined_comparison/tables/combined_comparison.md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artifacts/final_paper_simulation/synthesis/combined_comparison/figures/fig_combined_pdr_deadline_energy_by_method.png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paired Exact vs Evo analysis in final synthesis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artifacts/external_comparison_analysis/figure_scenario_gain_heatmap.png</a:t>
            </a:r>
          </a:p>
          <a:p xmlns:a="http://schemas.openxmlformats.org/drawingml/2006/main">
            <a:r>
              <a:t>- baseline scenario aggregate 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validation README/manifest</a:t>
            </a:r>
          </a:p>
          <a:p xmlns:a="http://schemas.openxmlformats.org/drawingml/2006/main">
            <a:r>
              <a:t>- source ZIP audit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artifacts/final_paper_simulation/full/final_latency_verified/aggregate_statistics.csv</a:t>
            </a:r>
          </a:p>
          <a:p xmlns:a="http://schemas.openxmlformats.org/drawingml/2006/main">
            <a:r>
              <a:t>- latency protocol manifest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artifacts/final_paper_simulation/full/final_latency_verified/latency_p95_cpu.png</a:t>
            </a:r>
          </a:p>
          <a:p xmlns:a="http://schemas.openxmlformats.org/drawingml/2006/main">
            <a:r>
              <a:t>- aggregate_statistics.csv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C paired acceptance</a:t>
            </a:r>
          </a:p>
          <a:p xmlns:a="http://schemas.openxmlformats.org/drawingml/2006/main">
            <a:r>
              <a:t>- combined comparison table</a:t>
            </a:r>
          </a:p>
          <a:p xmlns:a="http://schemas.openxmlformats.org/drawingml/2006/main">
            <a:r>
              <a:t>- commit 16672ce framing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phase13 merged artifacts</a:t>
            </a:r>
          </a:p>
          <a:p xmlns:a="http://schemas.openxmlformats.org/drawingml/2006/main">
            <a:r>
              <a:t>- novelty ablation smoke</a:t>
            </a:r>
          </a:p>
          <a:p xmlns:a="http://schemas.openxmlformats.org/drawingml/2006/main">
            <a:r>
              <a:t>- refactor/EVO+GLOBE logs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artifacts/final_paper_simulation/smoke/novelty_ablation/manifest</a:t>
            </a:r>
          </a:p>
          <a:p xmlns:a="http://schemas.openxmlformats.org/drawingml/2006/main">
            <a:r>
              <a:t>- component_contribution_four_panel.png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artifacts/lite_globe/phase13_merged</a:t>
            </a:r>
          </a:p>
          <a:p xmlns:a="http://schemas.openxmlformats.org/drawingml/2006/main">
            <a:r>
              <a:t>- historical Phase 13 source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refactor/EVO+GLOBE branch logs</a:t>
            </a:r>
          </a:p>
          <a:p xmlns:a="http://schemas.openxmlformats.org/drawingml/2006/main">
            <a:r>
              <a:t>- candidate evaluation artifacts</a:t>
            </a:r>
          </a:p>
          <a:p xmlns:a="http://schemas.openxmlformats.org/drawingml/2006/main">
            <a:r>
              <a:t>- commits 6246b54, d6b3324, 1f3b6f7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paper/current on main</a:t>
            </a:r>
          </a:p>
          <a:p xmlns:a="http://schemas.openxmlformats.org/drawingml/2006/main">
            <a:r>
              <a:t>- paper/archive/v1_english_phase12</a:t>
            </a:r>
          </a:p>
          <a:p xmlns:a="http://schemas.openxmlformats.org/drawingml/2006/main">
            <a:r>
              <a:t>- combined_comparison.md</a:t>
            </a:r>
          </a:p>
          <a:p xmlns:a="http://schemas.openxmlformats.org/drawingml/2006/main">
            <a:r>
              <a:t>- commit 16672ce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pytest run on 2026-09-03</a:t>
            </a:r>
          </a:p>
          <a:p xmlns:a="http://schemas.openxmlformats.org/drawingml/2006/main">
            <a:r>
              <a:t>- tests/lite_globe/test_gated_switchglobe_calibration.py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combined_comparison.md</a:t>
            </a:r>
          </a:p>
          <a:p xmlns:a="http://schemas.openxmlformats.org/drawingml/2006/main">
            <a:r>
              <a:t>- external_comparison_analysis/README.md</a:t>
            </a:r>
          </a:p>
          <a:p xmlns:a="http://schemas.openxmlformats.org/drawingml/2006/main">
            <a:r>
              <a:t>- smoke manifests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synthesis</a:t>
            </a:r>
          </a:p>
          <a:p xmlns:a="http://schemas.openxmlformats.org/drawingml/2006/main">
            <a:r>
              <a:t>- current docs and 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synthesis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branch-specific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aggregate analysis</a:t>
            </a:r>
          </a:p>
          <a:p xmlns:a="http://schemas.openxmlformats.org/drawingml/2006/main">
            <a:r>
              <a:t>- current pytest results</a:t>
            </a:r>
          </a:p>
          <a:p xmlns:a="http://schemas.openxmlformats.org/drawingml/2006/main">
            <a:r>
              <a:t>- reviewer risk notes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SwitchGLOBE_연구개발_연혁과_검증_종합보고서_2026-09-03.docx</a:t>
            </a:r>
          </a:p>
          <a:p xmlns:a="http://schemas.openxmlformats.org/drawingml/2006/main">
            <a:r>
              <a:t>- final synthesis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9c75bade6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a54b43bf74a65" /><Relationship Type="http://schemas.openxmlformats.org/officeDocument/2006/relationships/slideLayout" Target="/ppt/slideLayouts/slideLayout1.xml" Id="Rbf47a3b2fccd41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47a3b2fccd41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witchGLOBE Grid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AA7B8"/>
      </a:accent2>
      <a:accent3>
        <a:srgbClr val="F0A202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5867ab88d4b02" /><Relationship Type="http://schemas.openxmlformats.org/officeDocument/2006/relationships/notesSlide" Target="/ppt/notesSlides/notesSlide1.xml" Id="Re84ee8ef009346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61d6bdd814ba6" /><Relationship Type="http://schemas.openxmlformats.org/officeDocument/2006/relationships/notesSlide" Target="/ppt/notesSlides/notesSlide2.xml" Id="Rf52220d0229b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dd26a80904c5f" /><Relationship Type="http://schemas.openxmlformats.org/officeDocument/2006/relationships/notesSlide" Target="/ppt/notesSlides/notesSlide3.xml" Id="R3fbe03e56f6d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22fa471124a1d" /><Relationship Type="http://schemas.openxmlformats.org/officeDocument/2006/relationships/notesSlide" Target="/ppt/notesSlides/notesSlide4.xml" Id="R6e188d0656db4f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0dea879a54eaf" /><Relationship Type="http://schemas.openxmlformats.org/officeDocument/2006/relationships/notesSlide" Target="/ppt/notesSlides/notesSlide5.xml" Id="R34b7474b782c4e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5ecc0f2654349" /><Relationship Type="http://schemas.openxmlformats.org/officeDocument/2006/relationships/notesSlide" Target="/ppt/notesSlides/notesSlide6.xml" Id="Rb9061009260c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1399b5e264cd6" /><Relationship Type="http://schemas.openxmlformats.org/officeDocument/2006/relationships/notesSlide" Target="/ppt/notesSlides/notesSlide7.xml" Id="Rc1a857ad31b649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5f1c0646c4e9e" /><Relationship Type="http://schemas.openxmlformats.org/officeDocument/2006/relationships/notesSlide" Target="/ppt/notesSlides/notesSlide8.xml" Id="R28a0175b742c4c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cbf7e71af4144" /><Relationship Type="http://schemas.openxmlformats.org/officeDocument/2006/relationships/notesSlide" Target="/ppt/notesSlides/notesSlide9.xml" Id="Rb7213567887e4c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3e20b5b9f45d5" /><Relationship Type="http://schemas.openxmlformats.org/officeDocument/2006/relationships/image" Target="/ppt/media/image.png" Id="R489255ce943b41eb" /><Relationship Type="http://schemas.openxmlformats.org/officeDocument/2006/relationships/notesSlide" Target="/ppt/notesSlides/notesSlide10.xml" Id="Rfdf972d363c348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157b592f94642" /><Relationship Type="http://schemas.openxmlformats.org/officeDocument/2006/relationships/notesSlide" Target="/ppt/notesSlides/notesSlide11.xml" Id="Ref46f42428174c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8565e34874afc" /><Relationship Type="http://schemas.openxmlformats.org/officeDocument/2006/relationships/notesSlide" Target="/ppt/notesSlides/notesSlide12.xml" Id="R52b79066b2e94b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7bd8c59344d06" /><Relationship Type="http://schemas.openxmlformats.org/officeDocument/2006/relationships/notesSlide" Target="/ppt/notesSlides/notesSlide13.xml" Id="Ra867ad33a3f241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1d00892494321" /><Relationship Type="http://schemas.openxmlformats.org/officeDocument/2006/relationships/notesSlide" Target="/ppt/notesSlides/notesSlide14.xml" Id="Rd7a402296b6741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4111d09bd445e" /><Relationship Type="http://schemas.openxmlformats.org/officeDocument/2006/relationships/notesSlide" Target="/ppt/notesSlides/notesSlide15.xml" Id="R523f4a9ad06646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3b3526de14abe" /><Relationship Type="http://schemas.openxmlformats.org/officeDocument/2006/relationships/notesSlide" Target="/ppt/notesSlides/notesSlide16.xml" Id="Rfb0cd967548141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065f927b84d4e" /><Relationship Type="http://schemas.openxmlformats.org/officeDocument/2006/relationships/notesSlide" Target="/ppt/notesSlides/notesSlide17.xml" Id="Rf77bc61c155b45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9029c43284028" /><Relationship Type="http://schemas.openxmlformats.org/officeDocument/2006/relationships/notesSlide" Target="/ppt/notesSlides/notesSlide18.xml" Id="Rae3f826f95ff4f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e918757a54a4b" /><Relationship Type="http://schemas.openxmlformats.org/officeDocument/2006/relationships/notesSlide" Target="/ppt/notesSlides/notesSlide19.xml" Id="Ra58371dff6b046f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99b5db9a0465e" /><Relationship Type="http://schemas.openxmlformats.org/officeDocument/2006/relationships/notesSlide" Target="/ppt/notesSlides/notesSlide20.xml" Id="R2f000f5a10784c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1b8a009c644de" /><Relationship Type="http://schemas.openxmlformats.org/officeDocument/2006/relationships/notesSlide" Target="/ppt/notesSlides/notesSlide21.xml" Id="R1f0a1654b4f442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0827236fe48c1" /><Relationship Type="http://schemas.openxmlformats.org/officeDocument/2006/relationships/image" Target="/ppt/media/image2.png" Id="Rdb2caebcdbdb446e" /><Relationship Type="http://schemas.openxmlformats.org/officeDocument/2006/relationships/notesSlide" Target="/ppt/notesSlides/notesSlide22.xml" Id="Rcee36fb9716847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f4defeab44c18" /><Relationship Type="http://schemas.openxmlformats.org/officeDocument/2006/relationships/notesSlide" Target="/ppt/notesSlides/notesSlide23.xml" Id="Re74260a2bf934e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c039af314aee" /><Relationship Type="http://schemas.openxmlformats.org/officeDocument/2006/relationships/image" Target="/ppt/media/image3.png" Id="R5534f6065d9b46f0" /><Relationship Type="http://schemas.openxmlformats.org/officeDocument/2006/relationships/notesSlide" Target="/ppt/notesSlides/notesSlide24.xml" Id="Rd55fb84be48f41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4d857fa644410" /><Relationship Type="http://schemas.openxmlformats.org/officeDocument/2006/relationships/notesSlide" Target="/ppt/notesSlides/notesSlide25.xml" Id="R3a235b5e5119495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aa1fbbf004a49" /><Relationship Type="http://schemas.openxmlformats.org/officeDocument/2006/relationships/notesSlide" Target="/ppt/notesSlides/notesSlide26.xml" Id="R5a2a25c4cf4347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b0dd55b4a41d2" /><Relationship Type="http://schemas.openxmlformats.org/officeDocument/2006/relationships/image" Target="/ppt/media/image4.png" Id="Rf1eeb8a0163e4a1f" /><Relationship Type="http://schemas.openxmlformats.org/officeDocument/2006/relationships/notesSlide" Target="/ppt/notesSlides/notesSlide27.xml" Id="R3908fbcb6df743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37f676bfd4590" /><Relationship Type="http://schemas.openxmlformats.org/officeDocument/2006/relationships/notesSlide" Target="/ppt/notesSlides/notesSlide28.xml" Id="R9c3b88ab61804a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9917d2f91412b" /><Relationship Type="http://schemas.openxmlformats.org/officeDocument/2006/relationships/notesSlide" Target="/ppt/notesSlides/notesSlide29.xml" Id="R5b2c40ca903043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3f42b7f2e449e" /><Relationship Type="http://schemas.openxmlformats.org/officeDocument/2006/relationships/image" Target="/ppt/media/image5.png" Id="Rcad0ed015d784515" /><Relationship Type="http://schemas.openxmlformats.org/officeDocument/2006/relationships/notesSlide" Target="/ppt/notesSlides/notesSlide30.xml" Id="R14b977be8f8549a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a24cd03ef41d4" /><Relationship Type="http://schemas.openxmlformats.org/officeDocument/2006/relationships/image" Target="/ppt/media/image6.png" Id="R64ec2f4036644bf7" /><Relationship Type="http://schemas.openxmlformats.org/officeDocument/2006/relationships/notesSlide" Target="/ppt/notesSlides/notesSlide31.xml" Id="Rb0c16e31efdf48b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09bc981b441a7" /><Relationship Type="http://schemas.openxmlformats.org/officeDocument/2006/relationships/notesSlide" Target="/ppt/notesSlides/notesSlide32.xml" Id="R00eceb6baf00407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fa26ca8e04d3b" /><Relationship Type="http://schemas.openxmlformats.org/officeDocument/2006/relationships/notesSlide" Target="/ppt/notesSlides/notesSlide33.xml" Id="R9a70aacc0c024ca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36ed4c93049b9" /><Relationship Type="http://schemas.openxmlformats.org/officeDocument/2006/relationships/notesSlide" Target="/ppt/notesSlides/notesSlide34.xml" Id="R1a918d6f08e94fd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4ff229a9b4fd1" /><Relationship Type="http://schemas.openxmlformats.org/officeDocument/2006/relationships/notesSlide" Target="/ppt/notesSlides/notesSlide35.xml" Id="Re08521aa9d82453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aff81b38443bd" /><Relationship Type="http://schemas.openxmlformats.org/officeDocument/2006/relationships/notesSlide" Target="/ppt/notesSlides/notesSlide36.xml" Id="R90c651c0721b4a5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cbce4d1f74d72" /><Relationship Type="http://schemas.openxmlformats.org/officeDocument/2006/relationships/notesSlide" Target="/ppt/notesSlides/notesSlide37.xml" Id="R285d95e0c0e5402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935e524b64867" /><Relationship Type="http://schemas.openxmlformats.org/officeDocument/2006/relationships/notesSlide" Target="/ppt/notesSlides/notesSlide38.xml" Id="R8e564a3a113f478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3badfddb644ef" /><Relationship Type="http://schemas.openxmlformats.org/officeDocument/2006/relationships/notesSlide" Target="/ppt/notesSlides/notesSlide39.xml" Id="R941312dfc392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831A0-FC0C-4105-81B5-86F43E26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C7706-1CC4-4C6F-9C5C-F1E47776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SwitchGLOBE 제안기법은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어떻게 탄생하고 검증되었는가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7603E-2BE4-4C69-B78A-1CF92A72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전체 브랜치 · Git 이력 · artifact · 원고를 교차검증한 시간순 연구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0D4EB-F9CF-482C-BA5A-530C0DA9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52500"/>
            <a:ext cx="3048000" cy="4476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789A6-7012-469D-BB98-75271FC4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FD3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8FD3FF"/>
                </a:solidFill>
                <a:latin typeface="AppleGothic"/>
                <a:ea typeface="AppleGothic"/>
                <a:cs typeface="AppleGothic"/>
              </a:rPr>
              <a:t>FINAL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7A336-EB13-4C03-9736-85A5DC0B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Exact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8EF12-99C0-4758-8192-96F252ED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Phase 12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Geo-Residual + Predictive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위험 기반 로컬 스위치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BCDB1-CEEB-475A-B37D-F96BF045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 seeds · 14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90BA7-46B9-4067-B05E-84DEE35D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2026-09-03  |  refactor/GLOBE</a:t>
            </a:r>
          </a:p>
        </p:txBody>
      </p:sp>
    </p:spTree>
    <p:extLst>
      <p:ext uri="{BB962C8B-B14F-4D97-AF65-F5344CB8AC3E}">
        <p14:creationId xmlns:p14="http://schemas.microsoft.com/office/powerpoint/2010/main" val="80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179A6-243B-4187-A311-9EE476AE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C1BC5-1BAB-42BF-90EA-08F6C6F3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결론부터: 최종 채택은 SwitchGLOBE Exact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56897-48E7-45BB-9C37-C3C88E4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81625-CFC9-4D26-BC6D-BE950FA3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457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EC40E-D861-42E0-AF90-97D5D6A2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CONNECTED-PAIR PDR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82194-AF41-41F5-86CF-C7A3C631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0.9053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10ECC-611D-44F4-B8D1-580EB64F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±0.0014 · 8개 방법 중 1위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92FCD-4D93-41D0-BDCF-799F8D0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2457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D52E3-8FF4-4E31-AD63-03E7D54E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7049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 PDR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D1C0A-4D10-44A4-BC51-99060EE7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7167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0.8542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3F5D3-05D0-414D-8E4E-E3ED4A2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431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±0.0015 · 1위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722C1-A2B0-43AA-A278-F48F829B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2457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A8700-6BE5-4142-B18D-202876ED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049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 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EA3AA-D116-483D-960F-4A0D8077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7167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0.8376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A00AB-8CFA-441D-A204-FCB2013D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431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±0.0014 · 1위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C464B-8EFC-4CC7-A6DF-1F1C8784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3190875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7B07C-A12B-4BF9-AD24-BC59BFB6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0497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 / DELIVERED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8FDF6-F7C5-482C-B436-91900B48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71675"/>
            <a:ext cx="2847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2.2279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1F8EB-0974-4B3E-AF23-267932D4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43175"/>
            <a:ext cx="2847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±0.0029 · simulator proxy · 1위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4081D-61DF-4007-8345-AE986E15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7143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6B16E-BBB8-4BF0-9D04-4B754425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67246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전역 GNN-PPO 교사는 학습에만 사용하고, 실행은 1-hop 로컬 관측으로 수행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Geo-Residual 정상 분기와 Predictive 분기를 위험 점수로 선택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Fast는 CPU P95를 63.22% 줄였지만 신뢰성 허용기준 실패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P+·EVO 결합은 반복 검증 또는 성능 개선이 부족해 최종에서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8342A-9A12-4505-8A8A-C37BA1E7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52800"/>
            <a:ext cx="3667125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0C5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70D68-211F-4894-A03F-8608DCEA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9092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정직하게 남겨야 할 약점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D8F6DF-8B04-4363-9D4B-1B5B642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48125"/>
            <a:ext cx="3219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P95 지연은 OLSR·Greedy·AODV보다 길다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입력 byte는 전통 라우팅보다 훨씬 크다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predictive_break_225+loss에서 Evo보다 약하다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EBEB80-8317-4CD8-947F-7EF80AF9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09C43-2431-4690-B5F9-FC8D76E7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8695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D971FE-0C50-4672-9500-A4001A3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A80AF-2A95-4811-BF51-1104573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정확한 연표를 위해 증거의 우선순위를 고정했다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35E98-DC14-4A80-993A-2104E12D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7B5F9-FFEB-432B-8858-3BFB1A05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00250" cy="2381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E8F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7D4D6-55C2-47CA-AEF8-F1F3972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EA39B-A30E-4F04-80A2-212BE6D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최종 full / synthesis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1B702-4775-4AB3-BD24-C62BA18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CSV · manifest · 검증 로그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36C19-B7F4-49E6-B478-566C53B5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2000250" cy="2381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0F0D5-B0BB-4084-A1C5-92F2AC46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C9B48-BCFD-4691-8B33-D8C75C1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 소스 / 설정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71A1F-0FA4-4B6A-BD24-E0737A5A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알고리즘과 기본값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0A2F4-E166-4CF0-A2CA-4B23BC00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19250"/>
            <a:ext cx="2000250" cy="2381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9525">
            <a:solidFill>
              <a:srgbClr val="F0ED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A2849-F32C-456C-97C9-695E498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09FDD-B255-495E-8925-4F7472E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Git --all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D6E0B-9ED0-41BB-8509-14382338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시간·분기·cherry-pick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8DEF5-0598-4ED9-AD51-8FB5F511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19250"/>
            <a:ext cx="2000250" cy="2381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FF3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21580-337B-4132-BFA5-0144F0F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4ADB4-0149-4E2F-AD11-3B7AF52A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원고 / 발표자료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4F1F9-015A-45AF-9A5E-842DEE9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당시 주장과 설명의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12C6C-EA8E-4A64-9D6C-35C8564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19250"/>
            <a:ext cx="2000250" cy="2381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AA6EC-B431-4362-B3B0-CC05BAC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21F28-4146-4463-B24F-9110B61E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Smoke / 단일 seed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BE2D6-2EDB-447A-8162-FE580D0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방향성만; 최종 주장은 금지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8937C-CEC9-4A22-B868-7CC6F02C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2D4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E2324-C104-40A4-9879-CF48B362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날짜 한계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BEA6B-BA99-4B04-850F-98C86B86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57725"/>
            <a:ext cx="909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최초 커밋(2026-06-19)은 이미 Phase 1–13 작업공간을 포함한다. 따라서 초기 Phase의 순서는 복원 가능하지만 6월 19일 이전의 정확한 달력 날짜는 확정할 수 없다.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5DCEE-B6D5-4E51-B555-A4B1A4C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F27536-C76B-4306-A2F2-E25D7A30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3663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26282-5DCC-44A9-8225-09A21988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4A28C-275B-458C-A4D7-4C73B030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I. 아이디어의 형성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8BE10-9797-4D18-92DC-63117E5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환경 → 교사 → 증류 → 위험 예측 → 로컬 스위치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ECE7-C07D-4EFF-9E01-6C3BBCE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502243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9FD13-3973-41A4-958A-A265C73F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A111F-B670-47AF-86DD-4C77C98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출발점은 ‘전역 성능을 로컬 실행으로 옮길 수 있는가’였다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C5308-2B7C-4E33-8706-B048B17D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DF2BC-FE05-4C8C-9C5D-5978ADD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810125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42A0E-DAED-4D7C-B2E3-38A69BDE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훈련 시점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ACB29-A07F-4634-A894-56F66ED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전역 GNN-PPO 교사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CAC0C-C30C-4C69-A3F6-01680AF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전체 그래프와 풍부한 상태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1-hop 이웃 + DROP 행동공간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강한 정책분포를 데이터로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0F947-088E-471F-A463-7DCC537C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71625"/>
            <a:ext cx="4810125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C7E6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B4EC3-9391-47E9-87B6-BAA7FA7C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실행 시점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C6E50-252E-4D20-8774-502E1B9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00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분산 로컬 학생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EFA42-2D4D-42DB-854A-8527997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8135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자기 상태 + 현재 1-hop 이웃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가변 이웃 수·순서에 불변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전역 교사·중앙 서버 없이 즉시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57F9A-8B34-4DE6-ADCF-2BE811A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05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오프라인 지식 전이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65881-12DA-4A53-B0CB-E05E5B1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1381125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0">
            <a:solidFill>
              <a:srgbClr val="5F4B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17A60-D7B9-4341-8C25-7C6E1A2F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06100-551E-412A-8204-4B9D7B33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1612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79563-88C7-445A-BB11-F341F88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0D71E-C485-4548-83E9-2268AED2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1–4가 GLOBE의 핵심 골격을 만들었다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E158-2819-4D94-967E-A9479A04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87EE7-D0E8-4A6F-9BC4-CFEDD3EF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476500" cy="31908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A187B-2917-4F58-A8C3-81CB797D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00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9E3AE-4495-4FC9-B9B5-C918FC37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FANET 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42246-9ED6-438B-AAC6-CA4C66D2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Random/GPSR · action mask · reward/metrics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0D25C-D225-406F-A8B1-24477B10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22EC2-E195-4CFD-BAE0-E1CCFB68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2476500" cy="31908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6B207-6B50-42ED-838F-3D90A7A2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1000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B4547-A3F4-48DB-B163-04385EC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로컬 학생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5CB0B-496B-4360-8852-DC6EDFCF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shared MLP · invariant pooling · masked softmax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FB373-A029-46EC-AFF4-425185B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12B64-6C00-48B2-A1CB-5C71A01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2476500" cy="31908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23E06-3FC8-4059-9825-D24F0ABE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1000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13DBD-2AF2-4E3F-8326-12EAB313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전역 교사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2120B-30D1-438B-91E0-6EEBF7F7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GNN + PPO · 전체 토폴로지 지식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A827A-FA5D-4522-BB2C-F743C12C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47C77-CBE1-4482-BF28-A0798451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476500" cy="31908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C7E6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1EBD9-5252-493B-A898-0F8C0624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1000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7B57"/>
          </a:solidFill>
          <a:ln xmlns:a="http://schemas.openxmlformats.org/drawingml/2006/main" w="9525">
            <a:solidFill>
              <a:srgbClr val="177B57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E8358-C14C-4AB7-AEF3-0F0A5365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오프라인 증류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C14CE-04EF-4B28-9603-01DAB0E8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masked forward-KL · grouped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82BEB-AFF4-4AA4-A2AD-CB15F594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GLOBE의 원형 = 강한 전역 교사 + 누수 없는 오프라인 증류 + 엄격한 로컬 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EE721-CC2D-4B26-9B19-DCB87FAB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DD1C8-3561-4969-AB65-2995857B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4471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A4848-3E4C-4EDA-8349-1CF5F0CE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8C236-25A2-4405-A309-FFCA4086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5–8은 ‘성능’보다 ‘일반화와 안정성’을 다듬었다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4A1EA-FB8B-4B76-8AAA-501AC590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3429000"/>
                <a:gridCol w="3429000"/>
                <a:gridCol w="3143250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추가한 것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연구 판단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최종 역할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Local PPO fine-tuning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추가 on-policy 보정 탐색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최종 핵심에서 제외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Multi-seed · cost · OOD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단일 평균 의존 축소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검증 규율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Curriculum · no node 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held-out 일반화 강화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교사/데이터 성숙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Geo-Residual · visited mask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기하 prior와 학습 점수 결합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정상 분기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A7CED-1E15-4CD2-AC58-971A45DB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877AC-A1C4-43FD-A337-D20691F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핵심 전환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0623C-D51E-4236-B38E-32222BA2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435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Geo-Residual 학생이 이후 SwitchGLOBE의 ‘정상 분기’가 되었다.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4013F-DE4E-4D45-96AB-22479EE3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1306B-0540-4F33-A561-0FF8B1DF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0085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186A1-8AA3-409D-8F23-2DB3B7F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F0E7C-CE59-4A35-8064-271A24B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9–12는 ‘다가오는 단절’을 별도 정책으로 다뤘다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DA2D1-B916-47F2-8755-D4759E0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34175-D8C4-4724-8800-C14589B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3A7FE-2368-410A-8A44-A54AD144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811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Risk 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11F1D-6BBC-40A0-95F6-A6A035C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0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margin · lifetime · onward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4BE47-B2FE-452B-9451-C8B57FF7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62100"/>
            <a:ext cx="2619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6BB5F-7329-4EB9-AFB3-5FF26DAE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573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위험 신호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8376D-B0C2-4CD0-9DC2-12E726AB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D2F40-8012-4068-A9E9-C49F52DF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09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External 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FA401-B969-4B84-8453-40B9D85C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외부 기준선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368C0-BE05-4EEE-A99B-8FC0E365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90800"/>
            <a:ext cx="2619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1EAAA-F735-44C9-BF1E-DF7CC260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86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비교 범위 확대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E8D6B-3463-4F57-AFE0-AB9701AD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14731-6361-4BD8-86B6-03D82A7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385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학생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490DE-03FC-4100-9921-55059F45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future link survival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12DE5-6433-4996-871E-194816CC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19500"/>
            <a:ext cx="2619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FC96C-C8A3-4D38-BD52-15A7EBBD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14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예측 분기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96D60-68BF-4A2E-AA59-55292FB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7B57"/>
          </a:solidFill>
          <a:ln xmlns:a="http://schemas.openxmlformats.org/drawingml/2006/main" w="9525">
            <a:solidFill>
              <a:srgbClr val="177B57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18029-C7BA-42DA-AFF4-56FC81F0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Risk switch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61AD3-61F9-420A-8451-D3B68E98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정상/예측 행동을 상태별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4D25D-7554-4D51-9171-1F4A8140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48200"/>
            <a:ext cx="2619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67923-355C-40ED-917B-8BA16AC3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434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최종 Exact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861E3-F415-4596-9A13-782B442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531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항상 Predictive를 쓰지 않고, 위험한 순간에만 전환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003AA-AA11-45CB-95F8-DBFCDF20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FED53-329D-494F-9052-9EBBC181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7527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8F3E5F-5D0A-400C-8BEC-EB86662D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80147-9AC0-43C8-8B0B-561B2D48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Git 연표는 6월의 통합 시작에서 9월의 최종 프레이밍으로 이어진다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29486-D262-420D-AC6D-73556A04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47526-36B2-4C6C-9CE5-E4D5BD61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A5719-2D6C-41DC-AA23-49E62516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F3235-72A7-4536-84E3-23696B7A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06.19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E3C58-311F-4108-8DE9-08A68373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최초 workspace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1–13 포함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E10D2-19E3-4ED5-B566-5448EA1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42CBF-D755-4485-A14F-50604F0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06.28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67D2-0BE7-4B6A-AC87-1D0ADFEF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13 · 초안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교수용 26장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38C56-62C5-40D6-B436-C2B991A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4D114-C046-4B8F-8811-DBC9DC86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06.29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0D948-CCA1-4759-8F49-4332E7D4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Colab 실행·회수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안정화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203E7-0A5A-4032-BF7D-6BE66B94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21557-7712-43ED-88C9-A6824C5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08.24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30BB1-92E3-4BF0-AA84-2D2D8AA8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원고·분석 확대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소스 재구성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07EE8-9F94-49AF-B6F2-C72763BE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C5565-2465-4334-AD0A-4CF3B2C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08.30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25D98-02F9-4F70-B9FF-C0DB903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SwitchGLOBE 재초점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외부 비교 복구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17921-90DB-46CA-BE31-79AB5E5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B6080-BF75-49BC-98D4-E6846990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08.31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2672A-166E-4875-BF61-2D755765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 · latency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EVO · ablation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58D46-9E76-4AF1-A7FF-14903527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C2C87-307A-4404-AC3E-4934DE72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09.03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E508C-8162-43D6-89BD-2D73771E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Exact 최종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 trade-off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81A04F-E018-4952-9620-76F5B2ED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FF3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E2B0B-FA63-4EA9-AD13-030AEF4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주의: 서로 다른 브랜치에 cherry-pick된 동일 변경은 연구 사건을 중복 계산하지 않았다.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549D1-31FB-419E-9FCC-C196BEE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6B95D-380E-45DA-8A32-60F87272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7661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B40E2-D249-4747-A195-54E85D8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19812-6ACB-447E-AD5A-825D7E44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초기 시각자료에도 핵심 골격은 이미 나타나 있었다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EE337-1C2A-4560-84C8-DC9CB5B3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255ce943b41eb"/>
          <a:stretch xmlns:a="http://schemas.openxmlformats.org/drawingml/2006/main"/>
        </p:blipFill>
        <p:spPr>
          <a:xfrm xmlns:a="http://schemas.openxmlformats.org/drawingml/2006/main">
            <a:off x="571500" y="1917091"/>
            <a:ext cx="6858000" cy="350006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358A5-A37B-4363-B217-D6BD2F8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62375" cy="3905250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B7338-0352-4711-8B8A-A11328E3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573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유지된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219C7-8717-4CE6-86A0-157501C5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오프라인 전역 교사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로컬 학생 정책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위험 기반 분기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엄격한 분산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55121-BDDC-437A-9725-23686E00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후속 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92FC3-3D6A-476F-9827-7146C9E1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P+를 Exact와 분리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입력 byte 해석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2A646-75B0-4AA1-B583-838F255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0B4F9-B273-4233-99C5-A581A2C5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2337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491C8-FCA1-494B-A874-7BAE3C69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54D4D-E6EA-4320-B786-2C801AC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II. 최종 제안기법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AD890-51E8-4F4F-8F85-8227428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SwitchGLOBE Exact의 학습 계보와 실행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CBC3-41A5-4C77-A37E-2BEABD41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15786285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9C1EF-AD26-4DC9-9639-07A24AD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044DD-DD71-4CB4-A277-FB290E8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계보는 ‘교사 → 두 학생 → 위험 스위치’다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C1FC5-8CB4-404D-9211-ECA69441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2ABDC-BE89-4A3F-A24A-B00923D3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381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D6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55542-2A88-4B64-BE52-07779207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Phase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76485-F861-411A-B28F-E74693A0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GNN-PPO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Global Teacher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7E0B6-FEA2-47FD-86EC-847AA936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28575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FBCBD-5E99-405A-9FF4-ED469B28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Phase 8 · 정상 분기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0EBF3-E65F-4706-A910-747D97C9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28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9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Geo-Residual 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82DFE-C8B5-4719-A448-2B8833DA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29000"/>
            <a:ext cx="28575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9525">
            <a:solidFill>
              <a:srgbClr val="D7C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F56B4-67D2-459C-90FD-0EBF4FA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29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Phase 11 · 예측 분기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F71CF-2E9F-4036-9F40-AFACF4D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Student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A6EC9-41E2-4D5D-B3B1-451C9DD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3337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F4FC1-AF9E-44E3-BE06-5E8DFBA8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rPr>
              <a:t>Phase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77239-BBA6-4215-9D96-6C2F4A47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Risk-based Switch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D98A7-8CEB-4F37-A9AF-68269D06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최종 행동 = normal 또는 predictive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01C53-900E-4048-A2C9-AF387F8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95500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AC9BE-F5E7-4555-B037-0B52DB7B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48125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0">
            <a:solidFill>
              <a:srgbClr val="5F4B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70CB6-BA84-41B8-BA70-9076224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95500"/>
            <a:ext cx="1190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0">
            <a:solidFill>
              <a:srgbClr val="177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19B32-112F-4F11-B3F6-74033EF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1190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0">
            <a:solidFill>
              <a:srgbClr val="5F4B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E74D5-6538-4489-9B87-2648F80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실행 시 교사는 제거된다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AEF12-9E17-4016-B49E-5C25B62C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62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masked forward-KL 증류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EB5FB-05B0-4FE8-86D3-BE9F840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14D9B-DAB1-49E7-A4F9-73EE3E8C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95320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2A440-ED41-4B46-B65A-466FD0A8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6B94A-B997-4BEB-8DF1-4C07E19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실행은 1-hop 로컬 관측과 DROP만 사용한다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0F674-ECAE-4523-9A8F-0340324A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0F9E8-E005-45DC-B5DB-1EA5396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048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657B7-B3D7-4929-B5AF-B42FB47B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로컬 관측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A66FC-37B0-4A66-B623-10A204D5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자기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89812-DA98-4FE2-9C38-1D093994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위치·목적지 상대 정보·진행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E0D5A-25F5-4028-A068-0F7AB445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이웃 집합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82F3D-5B8C-4939-9692-AF9E7429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가변 길이 1-hop 특징; 순서 불변 pooling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6BF63-9651-4D7A-9857-4A989162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링크 위험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3BAFD-83E6-40D1-A7F8-31F07EDE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margin · expected lifetime · onward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C787A-7E8F-43D1-8205-D5A9667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방문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DB98E-240F-49F9-A6EE-C2E3217D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visited mask로 루프·회귀 억제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7A4B3-070D-4C85-A102-48892585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571875" cy="381000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87FDD-3E17-4F06-9A4E-B5D65732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859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86CFFF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86CFFF"/>
                </a:solidFill>
                <a:latin typeface="AppleGothic"/>
                <a:ea typeface="AppleGothic"/>
                <a:cs typeface="AppleGothic"/>
              </a:rPr>
              <a:t>행동공간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60BB1-D004-4786-A665-6CE54D19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1-hop neighbor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66BB9-483D-44CB-BEF6-175B4BF2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14850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전역 graph · node ID · 중앙 서버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실행 시 불필요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7D166-DEA3-4BCE-8580-EBD4CBDD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A6609-A2E5-4BB2-92FA-67CE06E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564476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84818-4DB6-49EF-B17A-42B20971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81C06-5EFF-44BF-A054-FCD536AD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증류는 행동 하나가 아니라 교사의 분포를 보존한다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53497-9EC7-4A5F-8716-DCB1E750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A314-7F62-454C-92FC-CEEF6475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429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D6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20CD1-F45E-4071-BAEE-592E04DF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Masked forward-KL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D5A30-0AEC-44B2-928C-E6E0D67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L = KL(q_teacher || p_student)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E5E74-F9F4-4E53-A0AD-A6C0E99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유효 action mask 적용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교사의 불확실성과 대안 순위 보존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hard action imitation보다 풍부한 감독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EA108-5B54-48A1-BF05-DFEE7B66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519112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7FD31-0C5B-43FB-B65F-80FC7BFD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누수 방지 분할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A21B6-0F66-493F-A38E-A5FAD967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19375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scenario + episode seed 그룹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EEBCE-8E4A-416F-8E9E-5A8FBA8C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766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상관된 transition을 서로 다른 split에 섞지 않음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teacher/oracle/risk-oracle 감독은 설정으로 보강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12가 직접 PPO 재학습된 것처럼 쓰지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25737-EB47-4F60-B802-286EA86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C732D-4A8A-4A3B-94E2-519BD1E9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91610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B06E6-7E9E-4EB8-9371-F7B7D912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16A90-6724-4C72-BC15-EC3A803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두 학생은 의도적으로 다른 귀납편향을 가진다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9344E-64EE-4E90-96CA-86FD487F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D9208-510F-477E-A819-9979F615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238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ACCD1-A8F9-4984-8432-5684C9E9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7B57"/>
          </a:solidFill>
          <a:ln xmlns:a="http://schemas.openxmlformats.org/drawingml/2006/main" w="9525">
            <a:solidFill>
              <a:srgbClr val="177B57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NORMAL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A029F-03C9-4558-80AE-E0006F8F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Geo-Residual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0D1CC-D4DB-4593-9193-6278F298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학습 점수 + 목적지 방향의 기하 prior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visited mask로 회귀 억제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대부분의 정상 상태에서 안정적 기본값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8 checkpoint 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11C4E-7D9D-4444-A9CA-08262E0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9525">
            <a:solidFill>
              <a:srgbClr val="D7C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2568-8E62-4358-9F4D-A45CC2A4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4B8B"/>
          </a:solidFill>
          <a:ln xmlns:a="http://schemas.openxmlformats.org/drawingml/2006/main" w="9525">
            <a:solidFill>
              <a:srgbClr val="5F4B8B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PREDICTIVE 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68879-F978-4304-B7F0-4A2497DA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Student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6D080-2330-42CA-B3F0-B99A1713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현재가 아닌 미래 링크 생존 가능성 강조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predictive-break 시나리오를 겨냥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geo residual weight = 0으로 역할 분리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11 checkpoint 계보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2662C-165A-4B27-94F2-2EBC9F7D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B5557-4FB4-43DF-A505-19D1522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29867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2D0E5-6BB5-4642-B821-522D62B8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72306-E764-4AF6-A022-C473DC18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위험 점수는 세 가지 ‘부족분’의 합이다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AA2E-EC47-485A-B032-C2D8D57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1A89C-483E-4AB3-AB28-27CE41BA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02357-AFE8-46F7-9776-AD83F2B2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Dᵢ = ReLU(margin_gate − marginᵢ) + ReLU(lifetime_gate − lifetimeᵢ) + ReLU(onward_gate − onwardᵢ)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60D93-2B03-41AB-B9A4-F5F7F1F7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2476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60F84-5203-44F1-8E30-00E3C065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2EE7E-C8DD-4FBC-B79D-73BC12B0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0.04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7FA6C-2193-41CC-A672-30573937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행동 우세 여유가 작은가?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0F233-B671-4313-9AAA-4BF632CB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2476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FD9EB-5C2C-43E9-8362-6B6526F4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LIFETIME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3C701-19D2-40EE-98BB-BCCBB951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0.20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01443-9B71-46EF-851D-05FB2764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링크가 충분히 오래 사는가?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38C62-69BE-461F-A633-FEB1F6BB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2476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116A5-5EF5-438E-B68B-0C3EEEC4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ONWARD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9B507-B210-4E78-A546-24DDE444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0.20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09160-C5B1-4415-8E18-A22F4F3E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그 다음 전달 가능성이 있는가?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71F8F-C9BA-4B31-A1BE-5F31C776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476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02577-83F5-4DC3-9201-82F9280E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SWITCH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7F955-B01C-4505-8FDF-A563AC7B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0AB25-6FC1-4E9C-B1B7-A87AC4C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정상 행동 위험 임계값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8EA1D-4B2F-4F50-A077-4270AD3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추가 safety gain 문턱 = 0.10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3566D-8488-4334-8FFD-171C2179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937C2-B485-49E6-8465-F1FBC66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609672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563A8-500E-4B8E-9BE7-2E5A7EA5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DF368-97AA-4831-9CC0-C64B020D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스위치는 보수적으로 Predictive를 호출한다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425FA-DFA5-4C97-A8DD-2865E220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47A46-DA1D-415E-A135-06032E64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4787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A9F2F-158C-4E9D-99DF-29C7523A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C8CC0-5B8E-487A-98C3-7F5D4504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1209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Action 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4E575-2AE0-42E0-82C8-AC0427FF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1-hop + 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04DFE-AF79-4FE6-A8C3-DE88A478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4787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FB093-EB3A-4E32-A36D-59A0ADA2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26D42-3C63-4ACA-9EAE-61B07567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62175"/>
            <a:ext cx="1209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0AD17-7630-4E04-A45A-EBD729A3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aᴺ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8EA98-AA73-4DB3-86D5-FFDB9BB4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050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47BC7-5655-434B-AA32-1E0C9268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04787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96C9D-DBA6-4419-AFE5-D55A223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240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3DBBB-F786-4394-AAEF-8501BA27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62175"/>
            <a:ext cx="1209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3F96C-C38E-4CE4-8BA0-9FBB2D66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336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aᴾ 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7D843-12C3-4D14-8AAB-7887657D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050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D0D57-383D-4D90-9B05-5D3CA2B6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290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D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6AC7C-7CFA-4A8D-AE94-FA6DBED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240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F89DE-0042-48E4-93D2-ECCD5BC8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6217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Risk 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03A54-6125-4753-974D-B896498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336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Dᴺ · Dᴾ · safety 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89780-954B-41BC-9E5B-52904170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050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FB52D-3C11-4BE2-8381-02E7F18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1BBE2-8AC7-43B4-ACA7-AAF37B51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Predictive로 전환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01F816-61E9-4BA3-BA2D-A496C63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normal=DROP  또는  Dᴺ&gt;0.05  또는  (행동 불일치 ∧ safety gain&gt;0.10 ∧ Dᴾ&lt;Dᴺ)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64EE9-4D8F-4038-B127-438EE4ED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7F6A0-D687-47D9-A4C7-44DD9B8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19432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F3B34-8AB9-42BD-A6E6-E8ED3B04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A08FC-3567-4D90-806D-1C05B543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III. 검증과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C7D61-BFDF-45C4-88F4-9B5DA735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5 seeds · 14 scenarios · 외부 기준선 · 동일 세션 latency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85CEE-9E42-4CF8-A812-8E2B4BC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16567440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FEE91-3A83-4A17-BB4D-12738169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9D7CE-A7CD-42AF-80E2-5EA01DC2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검증은 seed·시나리오·방법을 모두 교차했다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0A3A2-3E68-4009-B8BF-F0FC4DB3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68767-CC22-4CC8-963D-0FF3B50F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3812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BB640-D840-498D-A9D6-49EA98EA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9BE2A-432D-4417-A76D-F5B6458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428CB-F60C-4160-8CA7-55961FE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42 · 77 · 123 · 314 · 2718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8AEE6-BB70-4BE2-94D7-AB1A228C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23812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644AC-0561-4927-BFE1-7F5DE9F8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049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SCENARIOS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1C638-5677-4322-B6FD-EA95676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7167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EAC9E-3B13-4195-8D8D-9D1EE71D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431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이동성 · 손실 · 규모 ·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8E0E3-81B4-445E-993F-129A2195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23812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FE34D-97BE-41D6-80FF-D54207C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049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EPISODES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364EC-E801-4C0D-B357-9CE62030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7167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30A30-1604-4146-B3E2-EDC20086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431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method × seed × scenario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BF573-F7D3-48A9-B4BB-4D6FD92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3337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20717-4684-4EEB-A71A-E19976D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049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FINAL EXTERNAL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4511A-A0BF-476D-9FC2-B05A1BC6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71675"/>
            <a:ext cx="299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98,000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704C1-0DD0-4B49-8C46-F43ED812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431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7 methods · duplicate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3743A-9FE6-4FBD-8612-37CF08F1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334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14021-B37C-4767-B068-BFBE174C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시나리오 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AA2B1-17EC-4FAC-AF32-3DD8877D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held-out · sparse · node 10/16/24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link loss · loss 30%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fast/extreme mobility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structural hole · predictive break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BF6FC-D4A6-44B0-B108-B2E47F61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5334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E58D9-F632-436B-83AE-3234917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무결성 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60A62-0177-4CE3-9BFD-D49AD094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490 summaries · duplicate 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CPU spot check 210 episode · mismatch 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C 84,000 rows · 420 summaries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95% CI across seeds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06B76-14F3-4519-B415-E22F3BC1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54BE3-6437-4220-B787-3038E437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12004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6EB05-74D4-4435-BF11-9A14D4F7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1A207-3F12-4A4D-BDB5-1EAAC4D5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Exact는 신뢰성 3개 지표와 에너지에서 1위였다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0DB1B-152B-4187-8AC5-8473FC5C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5E8AE-69EA-418E-9D81-93B9658A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5717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5BEE4-484E-489E-9724-6854B34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CONNECTED PDR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01F8A-9CCD-43A5-BAB7-E6CD98E5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0.9053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BE2F-D478-4213-9A63-304166E3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87F6A-4342-4DFD-9059-ED4A1CF4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5717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062AC-7D16-46C4-BD7B-4182DE2C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526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 PDR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9CDC8-ACC2-430D-B1E7-583794FA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0.8542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46269-BC15-4365-9F6E-08F4FD63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79210-8A36-4E30-96AC-92E362BB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5717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8D92B-3A98-4494-B1D5-0250B5CC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4B242-7563-47E2-A74F-CB3B5F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0.8376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A88F8-5D5A-46EB-868C-CDAB2D0E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6E9DB-AC07-44AF-ACB7-6019A042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7622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08DC0-A12B-49A6-906C-AF3F5B70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83ED2-0AD8-4400-8743-0BB3272A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2.2279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FF69B-90CD-461D-B2CA-284CAFE0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BF518-51F1-4E35-BA9A-AA97EC42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86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0C5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DF6E4-8BD6-4F1F-9711-313681B2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P95 지연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FDE58-8733-4B6D-8592-BE1FEA5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4.2643 steps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4F38B-93B7-4235-AA2A-7A85E7C2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OLSR 3.1393보다 느림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218FE-48EE-4140-8728-55738581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286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2D4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C24D9-018B-402B-90C3-F6ADC1D1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Policy input bytes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59DED-343B-465F-A4F2-70548D4D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48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4,821.41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F97F9-9FE2-412D-808A-C03D0B0E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86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control-plane overhead가 아님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881900-2156-4B05-8761-23E2380B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E1C60D-BE20-459F-AAF2-C9982891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542157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C1112-C625-41CE-B309-5AB8EDD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DAB1B-504A-4F1F-836D-16C90E38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8개 방법 전체 비교: 무엇을 이겼고 무엇을 못 이겼는가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97FA0-A233-4C3C-9F7C-135A2476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50495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1381125"/>
                <a:gridCol w="1381125"/>
                <a:gridCol w="1428750"/>
                <a:gridCol w="1333500"/>
                <a:gridCol w="1428750"/>
                <a:gridCol w="1714500"/>
              </a:tblGrid>
              <a:tr h="455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Conn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Energy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Input B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AODV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.7982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3.857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15.420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143</a:t>
                      </a:r>
                    </a:p>
                  </a:txBody>
                  <a:tcPr marL="91440" marR="91440" marT="45720" marB="4572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OLSR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.7657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.7039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.7039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3.139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27.164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Greedy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.6832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.6418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.6371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3.568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25.761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2,284</a:t>
                      </a:r>
                    </a:p>
                  </a:txBody>
                  <a:tcPr marL="91440" marR="91440" marT="45720" marB="4572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Evo-QGeo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.8869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.8424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.8154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4.557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2.248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6,452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RDQN-HERP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.7251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.6821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.5996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6.163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3.348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4,977</a:t>
                      </a:r>
                    </a:p>
                  </a:txBody>
                  <a:tcPr marL="91440" marR="91440" marT="45720" marB="4572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GAT-GRU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.6758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.6337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.5817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5.494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13.191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4,451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.9053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.8542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.8376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4.264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2.228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4,821</a:t>
                      </a:r>
                    </a:p>
                  </a:txBody>
                  <a:tcPr marL="91440" marR="91440" marT="45720" marB="4572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Fast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.8872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.8375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.8150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4.486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2.369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6,437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E4B78-739C-4AF4-89B4-1D34FDF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↑ PDR/Deadline · ↓ P95/Energy/Input. Exact는 P95와 Input에서 전통 라우팅을 이기지 못한다.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762DE-A175-4E68-9400-003EDE55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F1003-867E-4C9C-8BD8-54C6F19E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713301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BCCB0-90DB-45B7-872A-320AE2D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E90DC-5351-406F-B5D0-8A3BFBF3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결합 비교 그림은 Exact의 신뢰성–에너지 균형을 보여 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DED94-F471-4218-A53D-B6D08ACB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caebcdbdb446e"/>
          <a:stretch xmlns:a="http://schemas.openxmlformats.org/drawingml/2006/main"/>
        </p:blipFill>
        <p:spPr>
          <a:xfrm xmlns:a="http://schemas.openxmlformats.org/drawingml/2006/main">
            <a:off x="571500" y="2203979"/>
            <a:ext cx="11049000" cy="306916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ABEA2-041F-4D82-8797-755C18D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836F3-2B64-46E6-B005-CCACB8C3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000793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FA3D9-D22D-4935-9B9E-EC86AE7E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C9A71-5106-48A4-816F-432220F6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가장 강한 외부 기준선 Evo-QGeo보다 6개 지표가 모두 개선됐다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571CF-49AD-4695-BA58-5B00836D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218F5-D734-466B-9A8C-8B5425E6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203FA-DD8D-4577-AD74-1EF1AD5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 PDR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0DCDB-A43A-4DE7-B18B-1008C562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+1.84%p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7830C-C180-4D39-8AD2-C498B81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[+1.52, +2.16]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3EB42-660A-4DE1-848C-3309B344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4290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563F2-F8D3-424C-A48D-23596801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4C5A2-CC3E-4F72-BCDC-27187A8B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+1.19%p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5E35E-B2F5-4F72-B6F7-B2B3BDD7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987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[+0.90, +1.48]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6011C-E2B0-4358-9511-FFB9C0C7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4290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EC214-CC81-4960-9419-DD8CD6E3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B93F7-A0CA-4EF0-9740-C4A73AB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+2.23%p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1F641-97C5-4580-815B-24BA43B3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[+1.89, +2.57]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197A8-C8AE-4526-8E9E-080D0D4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4290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D6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969AD-9A9B-4305-A317-8A00787B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P95 delay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DF54A-CE46-482C-9E64-38AF1F47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−0.293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C0862-646C-4DB7-A71F-01C1F1D9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lower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58D64-A893-4C44-9B0C-F2287ACA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4290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D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BE959-2552-4F16-9CE0-3460D148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27FA9-99A0-4220-8267-3B59B4E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−0.0203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ABA12-E5F1-48BB-96EE-A992770D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012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lower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7B1E3-BEF1-40E9-B5BB-E07594EB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4290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D6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0A6C5-86D2-47DA-BC4D-F7758828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Input bytes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73C03-4BC0-4BDF-A7B0-CB7E770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−1,630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4EE76-C365-4CF8-92D4-8DDF9890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lower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BE287-246B-4EA6-8580-D875AEC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C0EA5-B97D-4C81-9487-4BEA5DEF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728254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021F0-9AC6-4570-B704-43C53D2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0E344-B48C-42D2-A500-8AF65468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Exact는 대부분 강하지만 한 난조건에서 명확히 약했다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96AF3-4E90-4548-8AE7-2622F477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4f6065d9b46f0"/>
          <a:stretch xmlns:a="http://schemas.openxmlformats.org/drawingml/2006/main"/>
        </p:blipFill>
        <p:spPr>
          <a:xfrm xmlns:a="http://schemas.openxmlformats.org/drawingml/2006/main">
            <a:off x="571500" y="2428875"/>
            <a:ext cx="714375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751EB-5946-4937-B979-3E3CCAC7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524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D27AC-7C76-443C-A468-D4987EA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강한 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7FAAB-414C-4639-B7D3-CE4D789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193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heldout .985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structural_hole_45 1.000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predictive_break_45 1.000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nodes_24 .938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2E2C6-ED1A-4643-9B22-A4BF31E7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524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0C5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B4B5E-C85B-4DFB-95EC-1147636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9B6F5-5F2E-4EFD-8A14-E7CF50AE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predictive_break_225 +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208A6-17BA-4F57-B1A4-3A09612B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.5116  &lt;  Evo .5581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약 −4.65%p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E2832-BF51-4400-8990-2EDBE2F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7D354-ADB4-4614-8159-53A2E6FA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663757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CA64E2-2EC2-4277-8F0E-7428AEFE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73302-81A6-4575-8A4C-E03A5EA0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검증은 강하지만 provenance의 역사적 공백도 남아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19AB3-1287-4F19-89A2-6CE0CB8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3D5EB-0E9F-4B07-AE4C-BE86DF9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428875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2FA51-9DB3-450C-A6F1-66890D0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EXTERNAL EPISODE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37DBD-5ECD-4B57-8178-7CCAB65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98,000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41BB-319F-4731-921E-1337CE7E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FB480-DED8-44DA-B26B-4D1AA55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2428875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7C4A7-7A60-4C44-B6EE-A74635A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0497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DUPLICATE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D1B9F-8459-42E9-B87F-55F0B30C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71675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684E3-C919-498E-BF8D-EC8A7C7E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4317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D0B47-D3FE-45FC-9513-64AAF56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428875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81743-D5EE-4BFF-BA57-15E2696B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CPU SPOT-CHECK EPISODES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4CEA3-FE8F-4A29-B6BF-B6AC6DB8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AC561-C45B-40E2-8C36-A054059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17D3C-E7CF-45D4-9B14-68FB1467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90875"/>
            <a:ext cx="2428875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DFE0C-F823-4586-B78A-AA22B75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2422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SPOT-CHECK MISMATCHES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8A7F1-7C49-483C-800C-2EC0539C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90925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D08AC-115D-423D-8822-D43ADB92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624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468F9-19CE-4523-947B-E8A930EE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5381625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2D4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DAA64-DBDE-45DB-84E1-00853D4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남은 공백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10BC4-B211-4B6A-9BFE-E98892B8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오래된 source ZIP manifest에는 원래 commit/config hash가 없음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 hash + CPU 재실행으로 보강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‘최초 실행의 완전한 계보’와 ‘현재 검증된 재현성’을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630E0-39CF-4DE2-8AE8-045FD9A9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5381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C789B-F71D-4B0D-89D0-9A6976A8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9675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새 full run에는 Git hash · dirty flag · config digest · dependency lock을 자동 기록해야 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CA0B9-D73C-43A2-B60E-5DDA7F2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AF51B-B737-4032-BF8C-61F01ED6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27833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BCDBC1-4F22-45E3-892C-9D855855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BF06B-5F7D-46A3-9DE7-73447672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Latency는 다른 Colab 세션이 아니라 동일 장치·동일 세션에서 측정했다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3BA56-C2FB-4A98-85B3-F01FC930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4280D-68FF-49AC-8AA6-93EE7944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4D9F2-1248-47BA-9EE2-7819DB5F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E246B-4324-475C-B26B-6DFB1078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5FB0F-8725-4D78-A637-7B76FBBA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E3F1A-8E58-4480-AC97-D76D8E80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CPU THREAD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3B0E0-52DE-462C-B663-3AC1A4E9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44F43-2508-45D7-876F-F3E08CAD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B2BD4-84EC-4092-A5A7-A5F45A86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WARMUP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AC028-2174-4605-A897-00C31C4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AAEA6-5D3B-49C8-B760-7D1227B6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28C15-DFD1-4B7F-9337-7DB3A56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REPEATS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819D9-C8DB-4F04-AC4C-76CA52FD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981B2-C634-4C64-9D58-B1D55436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9C10E-D969-4C31-B0D5-5363564D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RAW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349A1-DA0A-4517-9152-49816E4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280,000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15E86-E30E-4E2E-A895-9AC09E84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84B87-D0FF-44CC-913A-B91670B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COLD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A7082-13C5-45D3-852B-C44EB49B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4357A-006A-4640-A857-61582E0E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AB383-AD56-479F-99C4-965F18A2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8246F-6963-4462-A748-A983F1BC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randomized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910E6-11EB-44B6-BBA0-EEAB627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F939D-32B7-4A17-90C1-CA88EF66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4C485-4742-423C-B2BD-D1600488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CPU + GPU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6E05A-E37D-45C1-8466-F45470C7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49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0FC70-E920-4161-A6B0-AEBE45C8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Phase B/C episode wall-clock latency는 장치가 달라 결합 성능표에서 제외했다.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840EF1-D939-4441-9594-54E9E12A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BCE8D-6182-434D-87D9-24607604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517062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E334D-DDF1-40CD-A5B9-407ABB9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F6755-0E84-4165-A52C-62EF2513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Fast는 동일 세션 CPU P95를 63.22% 낮췄다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35A8E-E61A-448D-A399-64A83254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eb8a0163e4a1f"/>
          <a:stretch xmlns:a="http://schemas.openxmlformats.org/drawingml/2006/main"/>
        </p:blipFill>
        <p:spPr>
          <a:xfrm xmlns:a="http://schemas.openxmlformats.org/drawingml/2006/main">
            <a:off x="571500" y="1809750"/>
            <a:ext cx="72390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29C0A-19B2-45A9-9506-13928E5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05208-3C03-424D-B564-F640FA79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02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CPU P95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718B6-A82B-4EF5-B51E-AF41B595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66925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2.376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62EA5-CCDC-48C0-A11C-1F8D2BC3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384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same-session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6E875-701F-4844-ABF3-A919FB34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CD5C1-49FB-4A4D-8130-28373D26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1947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FAST CPU P95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B78D1-044A-4AE8-BAF9-6C8054AB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86175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0.874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9CAEB-41D5-4BB8-9408-776AAA72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5767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−63.22% vs Exact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6C3E0-B1DD-4B9D-AACA-B45FC659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342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FDA3A-2D57-4EB8-9C02-8826476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577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Parameter −81.44%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Checkpoint −78.63%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6F338-633D-4939-AB22-52345E86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208A6-266D-4D12-BA08-96A5308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00272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3755D-3863-4160-BB4A-DD036693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A430B-9574-4D5D-A489-4280BFC2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그러나 Fast는 Exact의 신뢰성 허용기준을 통과하지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AFD18-C5B7-44FC-A825-941DDDD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6A08C-974E-4C92-812D-974ADDAA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2387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0C5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7FAA5-79DF-4FD1-95D6-A38784E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Acceptance 실패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F4E26-1798-4E71-8B7F-BC32D48D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095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E385A-BD08-4A4E-A831-DEF0FE1E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574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 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0952B-466C-4145-8B07-FCDB909F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−1.81%p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4D4EB-82FC-407F-A0DB-94E2503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threshold −0.5%p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419C2-6EB5-4FC5-A1BF-544DD516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2095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870DA-335E-48E6-BC26-BBFF084A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574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 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57D3C-4AAA-4B58-AB16-5BFFD6FB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2417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−2.26%p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A64F-5505-4C27-9734-E8381FD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95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threshold −0.5%p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1C590-35F9-4805-A08F-0A5423A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Conn 95% CI ≈ [−3.61, −0.01]%p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C1976-B5A1-4B40-B7D9-A6B63A23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E7EC9-47C7-4AE2-BE45-8FF369F8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그래도 유효한 가치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996EC-339E-4676-BB97-7B2A28AB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CPU/GPU latency 크게 감소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parameter 81.44% 감소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checkpoint 78.63% 감소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Evo-QGeo와 6개 지표 통계적 동률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BFE56-8C58-48F6-A17A-DC776D2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9185B-04CD-4C4C-85B8-E3893D8C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정확한 이름: latency–performance trade-off 변형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ACDEE-7F16-4323-A9A1-219B83DF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7BE47-0736-4FEF-8D54-C72E0D9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856060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F0503-02C2-4376-8C94-B2D9EE7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1BC87-A818-4E5B-8E0E-069C6BF4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IV. 탈락한 후보와 음성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946EB-005A-467B-B060-CEF96B6C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P+ · Fast · EVO를 왜 최종기법에서 분리했는가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B0CEC-048C-4CB0-BCF7-E3D2BD0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5585164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C3416-61D8-47B0-9DE4-5860A719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1307C-A722-4396-849C-21A0FAD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참신성 ablation은 방향을 보였지만 아직 smoke다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67C6C-2860-4D37-8F95-F606FF9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0ed015d784515"/>
          <a:stretch xmlns:a="http://schemas.openxmlformats.org/drawingml/2006/main"/>
        </p:blipFill>
        <p:spPr>
          <a:xfrm xmlns:a="http://schemas.openxmlformats.org/drawingml/2006/main">
            <a:off x="928688" y="1571625"/>
            <a:ext cx="614362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D54A1-6E7C-48AB-A7D7-1851EEBA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810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2D4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80577-39DC-4BA3-879A-C15BC574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표본 한계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BAE20-AF4F-4477-9F10-29336DFA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8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seed 42 하나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3 episodes / scenario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총 168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B6DFE-F939-4F1E-BE7F-FAF7E02E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810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70B1F-F439-4BB8-AFD3-71525BE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Pilot 방향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A42FE-EFCC-4FDF-9D46-D624576E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957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w/o switch: Conn −7.90%p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w/o distill: Conn −2.63%p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w/o geo: reliability 동일, energy 악화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EAF05-1563-4595-B361-7F13937F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36700-AACB-4BA2-A356-26A3B411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957435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9C292-A96C-4ED5-8389-A876ED35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835D-CD9D-4FCC-A5AF-B1DE8A53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13 P+는 복잡성 증가를 정당화하지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B250C-B5C1-4D02-A2A4-FB9634C2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c2f4036644bf7"/>
          <a:stretch xmlns:a="http://schemas.openxmlformats.org/drawingml/2006/main"/>
        </p:blipFill>
        <p:spPr>
          <a:xfrm xmlns:a="http://schemas.openxmlformats.org/drawingml/2006/main">
            <a:off x="571500" y="2088696"/>
            <a:ext cx="7143750" cy="30616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307DD-A0A8-42B5-BC6D-35551E7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524250" cy="40957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0C5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BC249-62B5-43D2-80B9-25417390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왜 제외했나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A919D-8777-43AF-916F-D73308E9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28875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seed 42 하나만 병합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12와 사실상 1 episode 차이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P95 동일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추가 input feature 비용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여러 gate가 동일 행동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EAA34-D386-4E9D-A1D5-C7D48316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0125"/>
            <a:ext cx="29908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F21AB-82FD-4C1B-8A3D-DEE9A2FA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53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결론: Exact로 단순화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C01CB-7C5A-4B16-BB17-778C8B0A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A391C-8700-4468-A266-76CE04CC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651126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2B667-6D7D-44B9-A262-F9E1B43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4859D-5092-4A94-A227-8AD30726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EVO+GLOBE의 세 후보는 Exact를 개선하지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3A730-6E9A-44BA-B804-B55BDEC3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381250"/>
                <a:gridCol w="3905250"/>
                <a:gridCol w="1905000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신뢰성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에너지 / 지연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판단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Risk-conditioned fusion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Exact와 동일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energy +0.00174 · CPU P95 +48.1%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중단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Cost-to-go distill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Exact와 동일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energy +0.000126 · latency noise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중단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Compositional curriculum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Exact와 동일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energy +0.001056 · latency 동일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중단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66144-0362-4067-B66D-75BB05B8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2DB75-AF31-4F33-8C53-DF992902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음성 결과의 가치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19293-EC13-49E9-BFBA-61F21779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823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추가 참신성보다 Exact의 단순성·안정성을 지지했고, ‘개선되지 않은 후보’를 기록으로 남겼다.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AFE47-B4F7-4831-804C-C2BA8E7E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52DC5-84EC-4E3E-A896-7961E08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8521378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E1E4D-B0FA-4542-ABFB-D2B12B77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3EA27-6A89-4017-8E74-F0CE3816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원고는 ‘많은 확장’에서 ‘검증된 Exact’ 중심으로 정리됐다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1D7AA-7C7A-4CBA-819C-506D9C08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762500"/>
                <a:gridCol w="4191000"/>
              </a:tblGrid>
              <a:tr h="55108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시점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당시 메시지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최종 교정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초기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Global teacher → local student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핵심 유지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Phase 12 초안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Risk-switch + P+를 함께 설명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Exact/P+ 분리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옛 결과표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PDR 86.4% · overhead 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audited 값과 정의로 교체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Fast 초안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추론 효율 중심 후보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trade-off 변형으로 격하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EVO branch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추가 참신성 후보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개선 없음 · 음성 결과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최종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SwitchGLOBE Exact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약점까지 포함한 방어 가능한 주장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4BFAA-4647-4BAB-AC99-D4E19F83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63561-B3BD-427C-A68F-640D2A4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policy input bytes ≠ control overhead · cross-session latency 비교 금지 · ‘모든 지표 우위’ 금지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2399F-6FC3-43A8-8BB6-033AE9D0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FE751-4FF0-4A3C-97F0-A3C535F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6673662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9B30C-1311-4DA5-98C8-6995359D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77DA6-2AA9-44DE-86CD-8F51F006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현재 코드 품질 상태: 122개 중 119개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5A91C-6677-452C-9DA5-CC1433CC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0B748-639C-426F-AB94-5364E625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9527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CB8D1-3CCE-48FB-A820-B47E7675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PYTEST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3B5A5-7379-4283-9C51-06684F56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801AA-DBAA-4E97-A09D-055B4D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current refactor/GLOBE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1583C-EB49-48EA-8340-94C2DC0A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29527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B13B1-AB3D-4839-A43F-719C606B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PYTEST FAILED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D0A15-F163-40C2-9C78-47107ABC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1930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379A2-5316-41B5-86A5-05181677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908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calibration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3697B-8D57-4FB1-BEE4-C67B8F3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62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80BA6-874C-4A7B-97A0-538EA4A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FAILURE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AF601-58AC-4553-BE84-9DB442D5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19300"/>
            <a:ext cx="441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16 ↔ 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2B6AF-DE33-4ABC-A0C3-07EFEC26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908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max_nodes model vs padded observation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270F1-DE92-466C-945E-986E0CF2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049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B1AC9-863D-4039-B22E-355B0FC0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해석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C1856-A5F6-4D19-8E37-EE24E9C4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tests/lite_globe/test_gated_switchglobe_calibration.py의 fixture 정렬 문제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 회귀 테스트 완결성에는 결함이 있으므로 릴리스 전 수정 필요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이미 생성된 final artifact의 duplicate/spot-check/row 무결성 검증과는 별개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3E0EA-DFD7-4EDC-90E4-97CDA29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2509A-A9D9-4B3E-858C-6989E316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0845663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ECC00-4559-47E6-8750-7FC65882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C0EB1-CDDD-4275-B210-96EAB6F1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논문에서 안전하게 말할 수 있는 주장과 금지할 주장을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774B7-C874-467E-BED8-6E0268A4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C5A92-C0D4-43F3-A65F-306475B9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238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9DD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C9B-CF88-49F6-BB0E-6A1B213B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말할 수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DE247-2F4D-4488-934F-B032E3B5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381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5-seed macro에서 3개 신뢰성 지표와 energy 1위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Evo-QGeo 대비 paired 개선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분산 실행 시 전역 교사 불필요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Fast는 동일 세션 latency를 크게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AD553-6796-4F77-A5DD-2B07934F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38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0C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6B0ED-7128-4FA0-94D3-D62FF02E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말하면 안 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E6941-3DC3-4F01-91CB-7BC34744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381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모든 기준선을 모든 지표에서 이김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policy input bytes가 routing control overhead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Fast가 Exact와 동등 성능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P+·novelty smoke가 5-seed 확증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2CA34-385B-4ECE-8957-3F1FE053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B7607-CDC5-4E77-B6D2-5B4F71A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205413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21D08-6A99-4810-85CC-BC852800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381CA-6077-4E71-A216-7A6A8879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V. 결론과 다음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38CA2-6FEB-4B55-BEDF-DB4C3E20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검증된 기여를 고정하고 남은 약점을 후속 연구로 전환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1E68F-3136-44BE-86F4-DEA016E8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16599467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832EC-7B76-4DB7-B57C-2C6473A8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6738E-8DFB-4153-93DF-A1407F57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기여는 모델 하나보다 ‘지식 전이 + 위험 선택 + 검증 규율’이다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F6441-12F9-464D-B1B5-4A43266E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9452C-6845-4545-8F31-4CA84E4E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F59E-F7B9-490F-A66D-14BA8B0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430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분산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234D5-DABD-4F51-8277-339CC97F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전역 GNN-PPO 교사를 배치에서 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86101-601A-422C-BE31-03CB0EE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0C258-9C9A-49AF-93F1-738BB391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역할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59CF2-47E6-455A-9219-901D4B7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Geo-Residual 정상 / Predictive 위험 분기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E4397-E25B-4F14-8019-51796DB6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D0B61-B182-4A73-B3AC-8DF6EBF5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위험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D6C1A-CFCF-4CF6-BBB7-F131FC86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14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margin · lifetime · onward · safety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B29FA-66C4-4FD1-B2F2-51F6E42C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C001C-FB0C-493E-9826-3641DEB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검증 규율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4B228-0DB2-4844-8016-78066EBE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5 seeds · 14 scenarios · paired CI · same-session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0E8F3-7296-4B3D-B702-8A9D7E12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4B8B"/>
          </a:solidFill>
          <a:ln xmlns:a="http://schemas.openxmlformats.org/drawingml/2006/main" w="9525">
            <a:solidFill>
              <a:srgbClr val="5F4B8B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905C1-4C98-48A7-8F5A-0A586C7B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음성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EE9C9-32AB-4F5A-9837-1358ED4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P+ · Fast · EVO의 미채택 근거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8694D-C5AD-4776-89CE-A1121785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1C04B-4BCB-4581-A468-3A1CDAF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325037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B3266-3058-4779-AA69-A5AADFF8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 · 연구개발 연혁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93FE4-0D2E-4183-853D-072E97C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다음 연구는 가장 약한 시나리오와 재현성 공백부터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7B0B0-0D7A-492E-8AB3-F4C22AB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5785A-5169-4E57-B056-B13A65E3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C7F3A-7F0C-4E5D-89D2-289EA103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47800"/>
            <a:ext cx="10239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0C5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B6CD4-6A71-46FF-8BEE-8CC5122B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525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225° predictive break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DDB28-99CC-4D18-B4EB-61289E77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621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방향-conditioned gate와 uncertainty calibration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1DFF3-3DCB-4C13-98C9-03BB7D87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08D09-B918-4923-8A53-882F4A77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52675"/>
            <a:ext cx="10239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0AE3D-6B88-4725-A8D6-29AC976B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Fast Pareto frontier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9779-E88F-496E-89CD-ABD7B706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66975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허용기준 내 shared encoder 재학습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09F53-0BD2-4F57-A7E2-79C2265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4EC7E-E2BF-4427-9068-FB117E9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10239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20190-C1A5-4ED2-93F0-E53C5805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623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Overhead 재정의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10685-F4A1-4C0B-8E61-0E228778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7185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policy input과 실제 control traffic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4C37B-6B81-415A-9396-4627E763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350EA-39E8-4C25-9A6F-59ED4C2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62425"/>
            <a:ext cx="10239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8271A-D858-4EAE-B68E-6A30A90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Full novelty ablation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CFCBD-D661-4C70-9658-F1C7A772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76725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5 seeds · 14 scenarios로 승격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25216-7DD2-46F2-BD12-18B7D01C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CDA0B-2C38-4E54-A328-73FBFC1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67300"/>
            <a:ext cx="10239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44490-A8D3-4C33-A3DC-A92691C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72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Reproducibility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F2D1C-59DD-48E2-9481-E17CDFD4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3 failing tests 수정 + manifest 자동화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D45BF-36B0-4B87-820B-6B854D8C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B8BCE-AF10-4BD8-990F-61E01792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7172146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8069D-1E78-46C0-BE1F-922D96BB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rPr>
              <a:t>FINAL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F9E8-A653-42C1-9CEF-3B24E81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SwitchGLOBE Exact는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‘위험한 순간에만 예측 정책으로 전환’하는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검증된 분산 라우팅 기법이다.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E9BD4-9677-4D22-AF56-31769AC2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76300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1B5279"/>
          </a:solidFill>
          <a:ln xmlns:a="http://schemas.openxmlformats.org/drawingml/2006/main" w="9525">
            <a:solidFill>
              <a:srgbClr val="1B52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812CA-CD27-484C-830F-A5DBB315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720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Exact = 최종기법  |  Fast = 지연–성능 절충  |  P+/EVO = 미채택 후보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5FA57-208A-4017-A341-76EE58E8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DBCD1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9DBCD1"/>
                </a:solidFill>
                <a:latin typeface="AppleGothic"/>
                <a:ea typeface="AppleGothic"/>
                <a:cs typeface="AppleGothic"/>
              </a:rPr>
              <a:t>전체 상세 근거는 동봉 DOCX 보고서의 14개 장과 5개 부록 참조</a:t>
            </a:r>
          </a:p>
        </p:txBody>
      </p:sp>
    </p:spTree>
    <p:extLst>
      <p:ext uri="{BB962C8B-B14F-4D97-AF65-F5344CB8AC3E}">
        <p14:creationId xmlns:p14="http://schemas.microsoft.com/office/powerpoint/2010/main" val="969900584"/>
      </p:ext>
    </p:extLst>
  </p:cSld>
</p:sld>
</file>

<file path=ppt/theme/theme1.xml><?xml version="1.0" encoding="utf-8"?>
<a:theme xmlns:a="http://schemas.openxmlformats.org/drawingml/2006/main" name="ChatGPT">
  <a:themeElements>
    <a:clrScheme name="SwitchGLOBE Grid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AA7B8"/>
      </a:accent2>
      <a:accent3>
        <a:srgbClr val="F0A202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2026-09-04T01:02:34.2930000Z</dcterms:created>
  <dcterms:modified xsi:type="dcterms:W3CDTF">2026-09-04T01:02:34.2930000Z</dcterms:modified>
</coreProperties>
</file>